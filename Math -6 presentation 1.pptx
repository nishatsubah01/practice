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2" r:id="rId2"/>
    <p:sldId id="256" r:id="rId3"/>
    <p:sldId id="264" r:id="rId4"/>
    <p:sldId id="257" r:id="rId5"/>
    <p:sldId id="258" r:id="rId6"/>
    <p:sldId id="259" r:id="rId7"/>
    <p:sldId id="265" r:id="rId8"/>
    <p:sldId id="266" r:id="rId9"/>
    <p:sldId id="267" r:id="rId10"/>
    <p:sldId id="268" r:id="rId11"/>
    <p:sldId id="270" r:id="rId12"/>
    <p:sldId id="269" r:id="rId13"/>
    <p:sldId id="26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67"/>
  </p:normalViewPr>
  <p:slideViewPr>
    <p:cSldViewPr snapToGrid="0" snapToObjects="1">
      <p:cViewPr varScale="1">
        <p:scale>
          <a:sx n="80" d="100"/>
          <a:sy n="80" d="100"/>
        </p:scale>
        <p:origin x="80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115848-BA8C-490A-A4F6-F834FD328CF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4A1888-F8A5-42A6-B818-F02843AF3643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DE826C97-5D53-4D3B-8446-C616DB5DA719}" type="parTrans" cxnId="{A7AD2BD4-0542-4FFE-A871-9DB32177C83B}">
      <dgm:prSet/>
      <dgm:spPr/>
      <dgm:t>
        <a:bodyPr/>
        <a:lstStyle/>
        <a:p>
          <a:endParaRPr lang="en-US"/>
        </a:p>
      </dgm:t>
    </dgm:pt>
    <dgm:pt modelId="{CBCC6C3C-00D4-431D-AD29-3A2E4CC68D9D}" type="sibTrans" cxnId="{A7AD2BD4-0542-4FFE-A871-9DB32177C83B}">
      <dgm:prSet/>
      <dgm:spPr/>
      <dgm:t>
        <a:bodyPr/>
        <a:lstStyle/>
        <a:p>
          <a:endParaRPr lang="en-US"/>
        </a:p>
      </dgm:t>
    </dgm:pt>
    <dgm:pt modelId="{E77ACF1E-92FA-4FC4-A605-AAD77FACF7E4}">
      <dgm:prSet/>
      <dgm:spPr/>
      <dgm:t>
        <a:bodyPr/>
        <a:lstStyle/>
        <a:p>
          <a:r>
            <a:rPr lang="en-US"/>
            <a:t>Literature Review</a:t>
          </a:r>
        </a:p>
      </dgm:t>
    </dgm:pt>
    <dgm:pt modelId="{65238962-BF16-4249-82AC-EBC3E0C361D8}" type="parTrans" cxnId="{51C26A8C-8AD5-457C-A2E0-FE49E559C42E}">
      <dgm:prSet/>
      <dgm:spPr/>
      <dgm:t>
        <a:bodyPr/>
        <a:lstStyle/>
        <a:p>
          <a:endParaRPr lang="en-US"/>
        </a:p>
      </dgm:t>
    </dgm:pt>
    <dgm:pt modelId="{EF850E8A-9D7B-4D72-BB47-FA340CD03CC6}" type="sibTrans" cxnId="{51C26A8C-8AD5-457C-A2E0-FE49E559C42E}">
      <dgm:prSet/>
      <dgm:spPr/>
      <dgm:t>
        <a:bodyPr/>
        <a:lstStyle/>
        <a:p>
          <a:endParaRPr lang="en-US"/>
        </a:p>
      </dgm:t>
    </dgm:pt>
    <dgm:pt modelId="{7F7734A4-2FC1-481A-A081-DBAE7468EBE4}">
      <dgm:prSet/>
      <dgm:spPr/>
      <dgm:t>
        <a:bodyPr/>
        <a:lstStyle/>
        <a:p>
          <a:r>
            <a:rPr lang="en-US"/>
            <a:t>Methodology and Modeling</a:t>
          </a:r>
        </a:p>
      </dgm:t>
    </dgm:pt>
    <dgm:pt modelId="{058DFA28-5953-4911-B78E-79D2E6218FBB}" type="parTrans" cxnId="{F17866E1-14CB-4AD0-A840-3B0AEC0A7E94}">
      <dgm:prSet/>
      <dgm:spPr/>
      <dgm:t>
        <a:bodyPr/>
        <a:lstStyle/>
        <a:p>
          <a:endParaRPr lang="en-US"/>
        </a:p>
      </dgm:t>
    </dgm:pt>
    <dgm:pt modelId="{66585F88-6B9F-46C7-B26E-930D54758539}" type="sibTrans" cxnId="{F17866E1-14CB-4AD0-A840-3B0AEC0A7E94}">
      <dgm:prSet/>
      <dgm:spPr/>
      <dgm:t>
        <a:bodyPr/>
        <a:lstStyle/>
        <a:p>
          <a:endParaRPr lang="en-US"/>
        </a:p>
      </dgm:t>
    </dgm:pt>
    <dgm:pt modelId="{7BA4AC9D-9CAE-412E-94B3-CA7230074656}">
      <dgm:prSet/>
      <dgm:spPr/>
      <dgm:t>
        <a:bodyPr/>
        <a:lstStyle/>
        <a:p>
          <a:r>
            <a:rPr lang="en-US"/>
            <a:t>Result and Discussion</a:t>
          </a:r>
        </a:p>
      </dgm:t>
    </dgm:pt>
    <dgm:pt modelId="{43EC44D8-00B3-4F69-88BD-90D301880FCB}" type="parTrans" cxnId="{756F93FC-13B9-4902-906C-7177ECFBC2AD}">
      <dgm:prSet/>
      <dgm:spPr/>
      <dgm:t>
        <a:bodyPr/>
        <a:lstStyle/>
        <a:p>
          <a:endParaRPr lang="en-US"/>
        </a:p>
      </dgm:t>
    </dgm:pt>
    <dgm:pt modelId="{1D7DB503-C51A-4246-960B-D44376D37E39}" type="sibTrans" cxnId="{756F93FC-13B9-4902-906C-7177ECFBC2AD}">
      <dgm:prSet/>
      <dgm:spPr/>
      <dgm:t>
        <a:bodyPr/>
        <a:lstStyle/>
        <a:p>
          <a:endParaRPr lang="en-US"/>
        </a:p>
      </dgm:t>
    </dgm:pt>
    <dgm:pt modelId="{70B1E008-0853-4B18-AD1A-578DA0606C8B}">
      <dgm:prSet/>
      <dgm:spPr/>
      <dgm:t>
        <a:bodyPr/>
        <a:lstStyle/>
        <a:p>
          <a:r>
            <a:rPr lang="en-US"/>
            <a:t>Conclusion and Future Work</a:t>
          </a:r>
        </a:p>
      </dgm:t>
    </dgm:pt>
    <dgm:pt modelId="{41F1C5CD-15FA-4182-92F4-B4050102AA26}" type="parTrans" cxnId="{294A15A7-8601-4AF6-9A1F-60519DDA91EF}">
      <dgm:prSet/>
      <dgm:spPr/>
      <dgm:t>
        <a:bodyPr/>
        <a:lstStyle/>
        <a:p>
          <a:endParaRPr lang="en-US"/>
        </a:p>
      </dgm:t>
    </dgm:pt>
    <dgm:pt modelId="{668FBDF1-7AE3-413B-AC7F-E69F1010E986}" type="sibTrans" cxnId="{294A15A7-8601-4AF6-9A1F-60519DDA91EF}">
      <dgm:prSet/>
      <dgm:spPr/>
      <dgm:t>
        <a:bodyPr/>
        <a:lstStyle/>
        <a:p>
          <a:endParaRPr lang="en-US"/>
        </a:p>
      </dgm:t>
    </dgm:pt>
    <dgm:pt modelId="{59493ADA-E609-413E-AA9D-057450C10A14}">
      <dgm:prSet/>
      <dgm:spPr/>
      <dgm:t>
        <a:bodyPr/>
        <a:lstStyle/>
        <a:p>
          <a:r>
            <a:rPr lang="en-US"/>
            <a:t>References</a:t>
          </a:r>
        </a:p>
      </dgm:t>
    </dgm:pt>
    <dgm:pt modelId="{DE85B755-8CB9-4C48-99A9-6B89CCE25E13}" type="parTrans" cxnId="{BFAB76F4-A034-4074-B048-644EA040A328}">
      <dgm:prSet/>
      <dgm:spPr/>
      <dgm:t>
        <a:bodyPr/>
        <a:lstStyle/>
        <a:p>
          <a:endParaRPr lang="en-US"/>
        </a:p>
      </dgm:t>
    </dgm:pt>
    <dgm:pt modelId="{8BA54F38-84F1-4CB6-8DC7-5242002486E4}" type="sibTrans" cxnId="{BFAB76F4-A034-4074-B048-644EA040A328}">
      <dgm:prSet/>
      <dgm:spPr/>
      <dgm:t>
        <a:bodyPr/>
        <a:lstStyle/>
        <a:p>
          <a:endParaRPr lang="en-US"/>
        </a:p>
      </dgm:t>
    </dgm:pt>
    <dgm:pt modelId="{A2D61A8A-1BD5-4E90-8D02-07B34B81053F}" type="pres">
      <dgm:prSet presAssocID="{9A115848-BA8C-490A-A4F6-F834FD328CFB}" presName="linear" presStyleCnt="0">
        <dgm:presLayoutVars>
          <dgm:dir/>
          <dgm:animLvl val="lvl"/>
          <dgm:resizeHandles val="exact"/>
        </dgm:presLayoutVars>
      </dgm:prSet>
      <dgm:spPr/>
    </dgm:pt>
    <dgm:pt modelId="{70B86D93-9450-4D9E-BEC5-D7A11B7F2C94}" type="pres">
      <dgm:prSet presAssocID="{F64A1888-F8A5-42A6-B818-F02843AF3643}" presName="parentLin" presStyleCnt="0"/>
      <dgm:spPr/>
    </dgm:pt>
    <dgm:pt modelId="{963E73C2-DC00-4142-8C18-DFF477B9DF90}" type="pres">
      <dgm:prSet presAssocID="{F64A1888-F8A5-42A6-B818-F02843AF3643}" presName="parentLeftMargin" presStyleLbl="node1" presStyleIdx="0" presStyleCnt="6"/>
      <dgm:spPr/>
    </dgm:pt>
    <dgm:pt modelId="{14BE0B0E-8572-4E4E-804E-7536CE13079F}" type="pres">
      <dgm:prSet presAssocID="{F64A1888-F8A5-42A6-B818-F02843AF364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EAACBC9-A34F-4B7F-9237-9A4D78DDF120}" type="pres">
      <dgm:prSet presAssocID="{F64A1888-F8A5-42A6-B818-F02843AF3643}" presName="negativeSpace" presStyleCnt="0"/>
      <dgm:spPr/>
    </dgm:pt>
    <dgm:pt modelId="{41AAE8B9-B9EF-4F69-B948-DE24D069CA0F}" type="pres">
      <dgm:prSet presAssocID="{F64A1888-F8A5-42A6-B818-F02843AF3643}" presName="childText" presStyleLbl="conFgAcc1" presStyleIdx="0" presStyleCnt="6">
        <dgm:presLayoutVars>
          <dgm:bulletEnabled val="1"/>
        </dgm:presLayoutVars>
      </dgm:prSet>
      <dgm:spPr/>
    </dgm:pt>
    <dgm:pt modelId="{8C3D5BA4-B992-4B80-8061-0B8EC8380807}" type="pres">
      <dgm:prSet presAssocID="{CBCC6C3C-00D4-431D-AD29-3A2E4CC68D9D}" presName="spaceBetweenRectangles" presStyleCnt="0"/>
      <dgm:spPr/>
    </dgm:pt>
    <dgm:pt modelId="{2E1455DD-B881-4372-995F-0FCFF13B273B}" type="pres">
      <dgm:prSet presAssocID="{E77ACF1E-92FA-4FC4-A605-AAD77FACF7E4}" presName="parentLin" presStyleCnt="0"/>
      <dgm:spPr/>
    </dgm:pt>
    <dgm:pt modelId="{8E197589-C058-4EC6-8D6D-B35A2C059E0A}" type="pres">
      <dgm:prSet presAssocID="{E77ACF1E-92FA-4FC4-A605-AAD77FACF7E4}" presName="parentLeftMargin" presStyleLbl="node1" presStyleIdx="0" presStyleCnt="6"/>
      <dgm:spPr/>
    </dgm:pt>
    <dgm:pt modelId="{A7AA7CBA-34A7-45E7-BF2E-6E9EB3B357B8}" type="pres">
      <dgm:prSet presAssocID="{E77ACF1E-92FA-4FC4-A605-AAD77FACF7E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D8E1524-1971-4DB8-B8BC-7C96E1E3E00B}" type="pres">
      <dgm:prSet presAssocID="{E77ACF1E-92FA-4FC4-A605-AAD77FACF7E4}" presName="negativeSpace" presStyleCnt="0"/>
      <dgm:spPr/>
    </dgm:pt>
    <dgm:pt modelId="{7C42200B-F43F-4C38-BFFF-B6EB48CC26EB}" type="pres">
      <dgm:prSet presAssocID="{E77ACF1E-92FA-4FC4-A605-AAD77FACF7E4}" presName="childText" presStyleLbl="conFgAcc1" presStyleIdx="1" presStyleCnt="6">
        <dgm:presLayoutVars>
          <dgm:bulletEnabled val="1"/>
        </dgm:presLayoutVars>
      </dgm:prSet>
      <dgm:spPr/>
    </dgm:pt>
    <dgm:pt modelId="{115F81F5-54A1-4B54-8D57-75BD24AF4CDA}" type="pres">
      <dgm:prSet presAssocID="{EF850E8A-9D7B-4D72-BB47-FA340CD03CC6}" presName="spaceBetweenRectangles" presStyleCnt="0"/>
      <dgm:spPr/>
    </dgm:pt>
    <dgm:pt modelId="{F31BE0EF-D1FE-47E5-88AE-C44FE62C722D}" type="pres">
      <dgm:prSet presAssocID="{7F7734A4-2FC1-481A-A081-DBAE7468EBE4}" presName="parentLin" presStyleCnt="0"/>
      <dgm:spPr/>
    </dgm:pt>
    <dgm:pt modelId="{C4E11003-B9DE-4B2C-B841-E5772ECAB4F9}" type="pres">
      <dgm:prSet presAssocID="{7F7734A4-2FC1-481A-A081-DBAE7468EBE4}" presName="parentLeftMargin" presStyleLbl="node1" presStyleIdx="1" presStyleCnt="6"/>
      <dgm:spPr/>
    </dgm:pt>
    <dgm:pt modelId="{0736627C-2576-4502-AEDE-5A7D5F40B878}" type="pres">
      <dgm:prSet presAssocID="{7F7734A4-2FC1-481A-A081-DBAE7468EBE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4303704-0DDD-46DC-918B-4DF3C46FFC12}" type="pres">
      <dgm:prSet presAssocID="{7F7734A4-2FC1-481A-A081-DBAE7468EBE4}" presName="negativeSpace" presStyleCnt="0"/>
      <dgm:spPr/>
    </dgm:pt>
    <dgm:pt modelId="{664A1A85-8ED4-4CBE-ADD7-B13B90E066E1}" type="pres">
      <dgm:prSet presAssocID="{7F7734A4-2FC1-481A-A081-DBAE7468EBE4}" presName="childText" presStyleLbl="conFgAcc1" presStyleIdx="2" presStyleCnt="6">
        <dgm:presLayoutVars>
          <dgm:bulletEnabled val="1"/>
        </dgm:presLayoutVars>
      </dgm:prSet>
      <dgm:spPr/>
    </dgm:pt>
    <dgm:pt modelId="{61BA1607-C46F-4862-A051-4C7192C3DF15}" type="pres">
      <dgm:prSet presAssocID="{66585F88-6B9F-46C7-B26E-930D54758539}" presName="spaceBetweenRectangles" presStyleCnt="0"/>
      <dgm:spPr/>
    </dgm:pt>
    <dgm:pt modelId="{460189EE-B919-4101-9DA7-617467D2F3E0}" type="pres">
      <dgm:prSet presAssocID="{7BA4AC9D-9CAE-412E-94B3-CA7230074656}" presName="parentLin" presStyleCnt="0"/>
      <dgm:spPr/>
    </dgm:pt>
    <dgm:pt modelId="{27486E79-4BF6-4B64-8681-0BC9C2B8E67C}" type="pres">
      <dgm:prSet presAssocID="{7BA4AC9D-9CAE-412E-94B3-CA7230074656}" presName="parentLeftMargin" presStyleLbl="node1" presStyleIdx="2" presStyleCnt="6"/>
      <dgm:spPr/>
    </dgm:pt>
    <dgm:pt modelId="{100656FC-EE49-4ACE-B632-8CD41176401A}" type="pres">
      <dgm:prSet presAssocID="{7BA4AC9D-9CAE-412E-94B3-CA723007465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6E6ECE6-68CC-4CC8-B4B9-8218947EC132}" type="pres">
      <dgm:prSet presAssocID="{7BA4AC9D-9CAE-412E-94B3-CA7230074656}" presName="negativeSpace" presStyleCnt="0"/>
      <dgm:spPr/>
    </dgm:pt>
    <dgm:pt modelId="{A70861AC-7D2E-49D1-9400-D76F9AB0E582}" type="pres">
      <dgm:prSet presAssocID="{7BA4AC9D-9CAE-412E-94B3-CA7230074656}" presName="childText" presStyleLbl="conFgAcc1" presStyleIdx="3" presStyleCnt="6">
        <dgm:presLayoutVars>
          <dgm:bulletEnabled val="1"/>
        </dgm:presLayoutVars>
      </dgm:prSet>
      <dgm:spPr/>
    </dgm:pt>
    <dgm:pt modelId="{A5CBE07C-8080-497D-B25E-7D01F347C2E5}" type="pres">
      <dgm:prSet presAssocID="{1D7DB503-C51A-4246-960B-D44376D37E39}" presName="spaceBetweenRectangles" presStyleCnt="0"/>
      <dgm:spPr/>
    </dgm:pt>
    <dgm:pt modelId="{4499CA64-B1A6-41B9-ADAC-CDB90D02E826}" type="pres">
      <dgm:prSet presAssocID="{70B1E008-0853-4B18-AD1A-578DA0606C8B}" presName="parentLin" presStyleCnt="0"/>
      <dgm:spPr/>
    </dgm:pt>
    <dgm:pt modelId="{115B5E35-B225-4A0E-9E37-1213D359116E}" type="pres">
      <dgm:prSet presAssocID="{70B1E008-0853-4B18-AD1A-578DA0606C8B}" presName="parentLeftMargin" presStyleLbl="node1" presStyleIdx="3" presStyleCnt="6"/>
      <dgm:spPr/>
    </dgm:pt>
    <dgm:pt modelId="{3E5AEF21-44BC-47E6-9974-0C3C32033A3B}" type="pres">
      <dgm:prSet presAssocID="{70B1E008-0853-4B18-AD1A-578DA0606C8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1740165-4428-41A3-AA3B-04DE1B3A2545}" type="pres">
      <dgm:prSet presAssocID="{70B1E008-0853-4B18-AD1A-578DA0606C8B}" presName="negativeSpace" presStyleCnt="0"/>
      <dgm:spPr/>
    </dgm:pt>
    <dgm:pt modelId="{D8A691CD-6FA6-427D-95A7-8844B84972F6}" type="pres">
      <dgm:prSet presAssocID="{70B1E008-0853-4B18-AD1A-578DA0606C8B}" presName="childText" presStyleLbl="conFgAcc1" presStyleIdx="4" presStyleCnt="6">
        <dgm:presLayoutVars>
          <dgm:bulletEnabled val="1"/>
        </dgm:presLayoutVars>
      </dgm:prSet>
      <dgm:spPr/>
    </dgm:pt>
    <dgm:pt modelId="{0F9611E9-C944-4B28-8FA5-3493DD44ECD4}" type="pres">
      <dgm:prSet presAssocID="{668FBDF1-7AE3-413B-AC7F-E69F1010E986}" presName="spaceBetweenRectangles" presStyleCnt="0"/>
      <dgm:spPr/>
    </dgm:pt>
    <dgm:pt modelId="{92BA2AFE-B686-4307-980B-E6ABDD106DF1}" type="pres">
      <dgm:prSet presAssocID="{59493ADA-E609-413E-AA9D-057450C10A14}" presName="parentLin" presStyleCnt="0"/>
      <dgm:spPr/>
    </dgm:pt>
    <dgm:pt modelId="{B98A1508-980A-426F-85A6-D3D3CFEFEBE1}" type="pres">
      <dgm:prSet presAssocID="{59493ADA-E609-413E-AA9D-057450C10A14}" presName="parentLeftMargin" presStyleLbl="node1" presStyleIdx="4" presStyleCnt="6"/>
      <dgm:spPr/>
    </dgm:pt>
    <dgm:pt modelId="{82714D72-CC8C-488A-90EC-C1C3DAE965EA}" type="pres">
      <dgm:prSet presAssocID="{59493ADA-E609-413E-AA9D-057450C10A14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1052EB30-224E-4920-8B53-A76CBE2ECC16}" type="pres">
      <dgm:prSet presAssocID="{59493ADA-E609-413E-AA9D-057450C10A14}" presName="negativeSpace" presStyleCnt="0"/>
      <dgm:spPr/>
    </dgm:pt>
    <dgm:pt modelId="{F0C07386-09F1-4BF6-B549-6D3F3013DE6A}" type="pres">
      <dgm:prSet presAssocID="{59493ADA-E609-413E-AA9D-057450C10A14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902C703-F747-4D2F-B8D7-A4FDA828124B}" type="presOf" srcId="{70B1E008-0853-4B18-AD1A-578DA0606C8B}" destId="{3E5AEF21-44BC-47E6-9974-0C3C32033A3B}" srcOrd="1" destOrd="0" presId="urn:microsoft.com/office/officeart/2005/8/layout/list1"/>
    <dgm:cxn modelId="{52789606-8018-4641-8E10-2B6EFB3894AB}" type="presOf" srcId="{7F7734A4-2FC1-481A-A081-DBAE7468EBE4}" destId="{C4E11003-B9DE-4B2C-B841-E5772ECAB4F9}" srcOrd="0" destOrd="0" presId="urn:microsoft.com/office/officeart/2005/8/layout/list1"/>
    <dgm:cxn modelId="{65397307-5BFB-4A5F-B773-9A21ADE41081}" type="presOf" srcId="{E77ACF1E-92FA-4FC4-A605-AAD77FACF7E4}" destId="{8E197589-C058-4EC6-8D6D-B35A2C059E0A}" srcOrd="0" destOrd="0" presId="urn:microsoft.com/office/officeart/2005/8/layout/list1"/>
    <dgm:cxn modelId="{F622EA0D-9D72-43D6-AC31-8D3F0B4CD9BE}" type="presOf" srcId="{F64A1888-F8A5-42A6-B818-F02843AF3643}" destId="{14BE0B0E-8572-4E4E-804E-7536CE13079F}" srcOrd="1" destOrd="0" presId="urn:microsoft.com/office/officeart/2005/8/layout/list1"/>
    <dgm:cxn modelId="{49FA2E16-F59C-44C2-A0BB-EFED2DB0BB0C}" type="presOf" srcId="{59493ADA-E609-413E-AA9D-057450C10A14}" destId="{82714D72-CC8C-488A-90EC-C1C3DAE965EA}" srcOrd="1" destOrd="0" presId="urn:microsoft.com/office/officeart/2005/8/layout/list1"/>
    <dgm:cxn modelId="{30A29954-D026-4EEB-A4C5-F9EA5DEF6A92}" type="presOf" srcId="{70B1E008-0853-4B18-AD1A-578DA0606C8B}" destId="{115B5E35-B225-4A0E-9E37-1213D359116E}" srcOrd="0" destOrd="0" presId="urn:microsoft.com/office/officeart/2005/8/layout/list1"/>
    <dgm:cxn modelId="{996A3B89-47FA-4215-B07E-2FC0D013B5D8}" type="presOf" srcId="{7BA4AC9D-9CAE-412E-94B3-CA7230074656}" destId="{100656FC-EE49-4ACE-B632-8CD41176401A}" srcOrd="1" destOrd="0" presId="urn:microsoft.com/office/officeart/2005/8/layout/list1"/>
    <dgm:cxn modelId="{51C26A8C-8AD5-457C-A2E0-FE49E559C42E}" srcId="{9A115848-BA8C-490A-A4F6-F834FD328CFB}" destId="{E77ACF1E-92FA-4FC4-A605-AAD77FACF7E4}" srcOrd="1" destOrd="0" parTransId="{65238962-BF16-4249-82AC-EBC3E0C361D8}" sibTransId="{EF850E8A-9D7B-4D72-BB47-FA340CD03CC6}"/>
    <dgm:cxn modelId="{BAF3A7A2-A9BA-48B7-8DC6-FFF2D87AC505}" type="presOf" srcId="{E77ACF1E-92FA-4FC4-A605-AAD77FACF7E4}" destId="{A7AA7CBA-34A7-45E7-BF2E-6E9EB3B357B8}" srcOrd="1" destOrd="0" presId="urn:microsoft.com/office/officeart/2005/8/layout/list1"/>
    <dgm:cxn modelId="{294A15A7-8601-4AF6-9A1F-60519DDA91EF}" srcId="{9A115848-BA8C-490A-A4F6-F834FD328CFB}" destId="{70B1E008-0853-4B18-AD1A-578DA0606C8B}" srcOrd="4" destOrd="0" parTransId="{41F1C5CD-15FA-4182-92F4-B4050102AA26}" sibTransId="{668FBDF1-7AE3-413B-AC7F-E69F1010E986}"/>
    <dgm:cxn modelId="{069FFBAC-D4CA-48F5-B3C2-7AA8C8C3B29F}" type="presOf" srcId="{7BA4AC9D-9CAE-412E-94B3-CA7230074656}" destId="{27486E79-4BF6-4B64-8681-0BC9C2B8E67C}" srcOrd="0" destOrd="0" presId="urn:microsoft.com/office/officeart/2005/8/layout/list1"/>
    <dgm:cxn modelId="{0AD2BCBE-8B2B-4D77-B9EF-BAB39C05324D}" type="presOf" srcId="{59493ADA-E609-413E-AA9D-057450C10A14}" destId="{B98A1508-980A-426F-85A6-D3D3CFEFEBE1}" srcOrd="0" destOrd="0" presId="urn:microsoft.com/office/officeart/2005/8/layout/list1"/>
    <dgm:cxn modelId="{3DDC17C5-0EB3-4549-A112-7A7D33AF7F9F}" type="presOf" srcId="{F64A1888-F8A5-42A6-B818-F02843AF3643}" destId="{963E73C2-DC00-4142-8C18-DFF477B9DF90}" srcOrd="0" destOrd="0" presId="urn:microsoft.com/office/officeart/2005/8/layout/list1"/>
    <dgm:cxn modelId="{26D659CB-8950-46DD-9157-5C212C385107}" type="presOf" srcId="{7F7734A4-2FC1-481A-A081-DBAE7468EBE4}" destId="{0736627C-2576-4502-AEDE-5A7D5F40B878}" srcOrd="1" destOrd="0" presId="urn:microsoft.com/office/officeart/2005/8/layout/list1"/>
    <dgm:cxn modelId="{A7AD2BD4-0542-4FFE-A871-9DB32177C83B}" srcId="{9A115848-BA8C-490A-A4F6-F834FD328CFB}" destId="{F64A1888-F8A5-42A6-B818-F02843AF3643}" srcOrd="0" destOrd="0" parTransId="{DE826C97-5D53-4D3B-8446-C616DB5DA719}" sibTransId="{CBCC6C3C-00D4-431D-AD29-3A2E4CC68D9D}"/>
    <dgm:cxn modelId="{F17866E1-14CB-4AD0-A840-3B0AEC0A7E94}" srcId="{9A115848-BA8C-490A-A4F6-F834FD328CFB}" destId="{7F7734A4-2FC1-481A-A081-DBAE7468EBE4}" srcOrd="2" destOrd="0" parTransId="{058DFA28-5953-4911-B78E-79D2E6218FBB}" sibTransId="{66585F88-6B9F-46C7-B26E-930D54758539}"/>
    <dgm:cxn modelId="{BFAB76F4-A034-4074-B048-644EA040A328}" srcId="{9A115848-BA8C-490A-A4F6-F834FD328CFB}" destId="{59493ADA-E609-413E-AA9D-057450C10A14}" srcOrd="5" destOrd="0" parTransId="{DE85B755-8CB9-4C48-99A9-6B89CCE25E13}" sibTransId="{8BA54F38-84F1-4CB6-8DC7-5242002486E4}"/>
    <dgm:cxn modelId="{756F93FC-13B9-4902-906C-7177ECFBC2AD}" srcId="{9A115848-BA8C-490A-A4F6-F834FD328CFB}" destId="{7BA4AC9D-9CAE-412E-94B3-CA7230074656}" srcOrd="3" destOrd="0" parTransId="{43EC44D8-00B3-4F69-88BD-90D301880FCB}" sibTransId="{1D7DB503-C51A-4246-960B-D44376D37E39}"/>
    <dgm:cxn modelId="{F0CAEFFC-83C6-4AD9-A8E9-2834AFB7B52E}" type="presOf" srcId="{9A115848-BA8C-490A-A4F6-F834FD328CFB}" destId="{A2D61A8A-1BD5-4E90-8D02-07B34B81053F}" srcOrd="0" destOrd="0" presId="urn:microsoft.com/office/officeart/2005/8/layout/list1"/>
    <dgm:cxn modelId="{204F6C8D-68AF-4827-BF6C-09D3093731A4}" type="presParOf" srcId="{A2D61A8A-1BD5-4E90-8D02-07B34B81053F}" destId="{70B86D93-9450-4D9E-BEC5-D7A11B7F2C94}" srcOrd="0" destOrd="0" presId="urn:microsoft.com/office/officeart/2005/8/layout/list1"/>
    <dgm:cxn modelId="{0DB23A4C-A8D8-44DC-8C0B-5D69CE055E90}" type="presParOf" srcId="{70B86D93-9450-4D9E-BEC5-D7A11B7F2C94}" destId="{963E73C2-DC00-4142-8C18-DFF477B9DF90}" srcOrd="0" destOrd="0" presId="urn:microsoft.com/office/officeart/2005/8/layout/list1"/>
    <dgm:cxn modelId="{76D47B3E-1B49-4B1D-97B4-AC0C40F29217}" type="presParOf" srcId="{70B86D93-9450-4D9E-BEC5-D7A11B7F2C94}" destId="{14BE0B0E-8572-4E4E-804E-7536CE13079F}" srcOrd="1" destOrd="0" presId="urn:microsoft.com/office/officeart/2005/8/layout/list1"/>
    <dgm:cxn modelId="{C0B59D1F-CC47-4FEA-87A5-081AC356D34E}" type="presParOf" srcId="{A2D61A8A-1BD5-4E90-8D02-07B34B81053F}" destId="{AEAACBC9-A34F-4B7F-9237-9A4D78DDF120}" srcOrd="1" destOrd="0" presId="urn:microsoft.com/office/officeart/2005/8/layout/list1"/>
    <dgm:cxn modelId="{473E9C52-59EF-4128-9003-37EF78D18F10}" type="presParOf" srcId="{A2D61A8A-1BD5-4E90-8D02-07B34B81053F}" destId="{41AAE8B9-B9EF-4F69-B948-DE24D069CA0F}" srcOrd="2" destOrd="0" presId="urn:microsoft.com/office/officeart/2005/8/layout/list1"/>
    <dgm:cxn modelId="{153E35E7-24E0-452A-A602-1BFEB7244E2D}" type="presParOf" srcId="{A2D61A8A-1BD5-4E90-8D02-07B34B81053F}" destId="{8C3D5BA4-B992-4B80-8061-0B8EC8380807}" srcOrd="3" destOrd="0" presId="urn:microsoft.com/office/officeart/2005/8/layout/list1"/>
    <dgm:cxn modelId="{21536454-E1E1-4F18-9B5E-E19D79BE1247}" type="presParOf" srcId="{A2D61A8A-1BD5-4E90-8D02-07B34B81053F}" destId="{2E1455DD-B881-4372-995F-0FCFF13B273B}" srcOrd="4" destOrd="0" presId="urn:microsoft.com/office/officeart/2005/8/layout/list1"/>
    <dgm:cxn modelId="{6724CE51-1875-472C-AD0B-8DC29C1888DA}" type="presParOf" srcId="{2E1455DD-B881-4372-995F-0FCFF13B273B}" destId="{8E197589-C058-4EC6-8D6D-B35A2C059E0A}" srcOrd="0" destOrd="0" presId="urn:microsoft.com/office/officeart/2005/8/layout/list1"/>
    <dgm:cxn modelId="{AA141364-0F8F-4D37-8FFE-F97EC4AC3CD6}" type="presParOf" srcId="{2E1455DD-B881-4372-995F-0FCFF13B273B}" destId="{A7AA7CBA-34A7-45E7-BF2E-6E9EB3B357B8}" srcOrd="1" destOrd="0" presId="urn:microsoft.com/office/officeart/2005/8/layout/list1"/>
    <dgm:cxn modelId="{E7300842-9CA0-4262-80F5-3BA754723BED}" type="presParOf" srcId="{A2D61A8A-1BD5-4E90-8D02-07B34B81053F}" destId="{5D8E1524-1971-4DB8-B8BC-7C96E1E3E00B}" srcOrd="5" destOrd="0" presId="urn:microsoft.com/office/officeart/2005/8/layout/list1"/>
    <dgm:cxn modelId="{AD886F62-9674-4E74-B685-09D1F8DED2A0}" type="presParOf" srcId="{A2D61A8A-1BD5-4E90-8D02-07B34B81053F}" destId="{7C42200B-F43F-4C38-BFFF-B6EB48CC26EB}" srcOrd="6" destOrd="0" presId="urn:microsoft.com/office/officeart/2005/8/layout/list1"/>
    <dgm:cxn modelId="{FBA57A52-6F41-473A-AA37-3BA517C0E01A}" type="presParOf" srcId="{A2D61A8A-1BD5-4E90-8D02-07B34B81053F}" destId="{115F81F5-54A1-4B54-8D57-75BD24AF4CDA}" srcOrd="7" destOrd="0" presId="urn:microsoft.com/office/officeart/2005/8/layout/list1"/>
    <dgm:cxn modelId="{1FB66E8C-B9C5-4316-B7F6-35E26C36800A}" type="presParOf" srcId="{A2D61A8A-1BD5-4E90-8D02-07B34B81053F}" destId="{F31BE0EF-D1FE-47E5-88AE-C44FE62C722D}" srcOrd="8" destOrd="0" presId="urn:microsoft.com/office/officeart/2005/8/layout/list1"/>
    <dgm:cxn modelId="{E3F0FA12-6A03-46EF-992B-3262DFD42A4A}" type="presParOf" srcId="{F31BE0EF-D1FE-47E5-88AE-C44FE62C722D}" destId="{C4E11003-B9DE-4B2C-B841-E5772ECAB4F9}" srcOrd="0" destOrd="0" presId="urn:microsoft.com/office/officeart/2005/8/layout/list1"/>
    <dgm:cxn modelId="{CC8C82EB-A65D-4B18-B327-73A2D37AD3F8}" type="presParOf" srcId="{F31BE0EF-D1FE-47E5-88AE-C44FE62C722D}" destId="{0736627C-2576-4502-AEDE-5A7D5F40B878}" srcOrd="1" destOrd="0" presId="urn:microsoft.com/office/officeart/2005/8/layout/list1"/>
    <dgm:cxn modelId="{1FBE2B4D-41B3-4132-B97A-52AE50FE9475}" type="presParOf" srcId="{A2D61A8A-1BD5-4E90-8D02-07B34B81053F}" destId="{64303704-0DDD-46DC-918B-4DF3C46FFC12}" srcOrd="9" destOrd="0" presId="urn:microsoft.com/office/officeart/2005/8/layout/list1"/>
    <dgm:cxn modelId="{7974BF70-D48E-4E1D-84A9-3F6712AC14A6}" type="presParOf" srcId="{A2D61A8A-1BD5-4E90-8D02-07B34B81053F}" destId="{664A1A85-8ED4-4CBE-ADD7-B13B90E066E1}" srcOrd="10" destOrd="0" presId="urn:microsoft.com/office/officeart/2005/8/layout/list1"/>
    <dgm:cxn modelId="{172B6303-2CD6-4999-A90D-F924316CAA85}" type="presParOf" srcId="{A2D61A8A-1BD5-4E90-8D02-07B34B81053F}" destId="{61BA1607-C46F-4862-A051-4C7192C3DF15}" srcOrd="11" destOrd="0" presId="urn:microsoft.com/office/officeart/2005/8/layout/list1"/>
    <dgm:cxn modelId="{AA6AF91E-8A3C-4D2C-840B-FB755F04AC23}" type="presParOf" srcId="{A2D61A8A-1BD5-4E90-8D02-07B34B81053F}" destId="{460189EE-B919-4101-9DA7-617467D2F3E0}" srcOrd="12" destOrd="0" presId="urn:microsoft.com/office/officeart/2005/8/layout/list1"/>
    <dgm:cxn modelId="{52FE50FF-E244-4324-9DEC-81D9CA08D586}" type="presParOf" srcId="{460189EE-B919-4101-9DA7-617467D2F3E0}" destId="{27486E79-4BF6-4B64-8681-0BC9C2B8E67C}" srcOrd="0" destOrd="0" presId="urn:microsoft.com/office/officeart/2005/8/layout/list1"/>
    <dgm:cxn modelId="{38B9A711-70F5-482A-9C92-8C618C1443A6}" type="presParOf" srcId="{460189EE-B919-4101-9DA7-617467D2F3E0}" destId="{100656FC-EE49-4ACE-B632-8CD41176401A}" srcOrd="1" destOrd="0" presId="urn:microsoft.com/office/officeart/2005/8/layout/list1"/>
    <dgm:cxn modelId="{F552E081-373C-434F-B5FB-5ED5814C53AD}" type="presParOf" srcId="{A2D61A8A-1BD5-4E90-8D02-07B34B81053F}" destId="{C6E6ECE6-68CC-4CC8-B4B9-8218947EC132}" srcOrd="13" destOrd="0" presId="urn:microsoft.com/office/officeart/2005/8/layout/list1"/>
    <dgm:cxn modelId="{ABA7E7E0-8821-41AF-8D58-9BA62785C883}" type="presParOf" srcId="{A2D61A8A-1BD5-4E90-8D02-07B34B81053F}" destId="{A70861AC-7D2E-49D1-9400-D76F9AB0E582}" srcOrd="14" destOrd="0" presId="urn:microsoft.com/office/officeart/2005/8/layout/list1"/>
    <dgm:cxn modelId="{F5A90396-CFD0-4259-B46D-3C0CE199553F}" type="presParOf" srcId="{A2D61A8A-1BD5-4E90-8D02-07B34B81053F}" destId="{A5CBE07C-8080-497D-B25E-7D01F347C2E5}" srcOrd="15" destOrd="0" presId="urn:microsoft.com/office/officeart/2005/8/layout/list1"/>
    <dgm:cxn modelId="{47A79D14-6599-4136-A76F-65A8053ADE39}" type="presParOf" srcId="{A2D61A8A-1BD5-4E90-8D02-07B34B81053F}" destId="{4499CA64-B1A6-41B9-ADAC-CDB90D02E826}" srcOrd="16" destOrd="0" presId="urn:microsoft.com/office/officeart/2005/8/layout/list1"/>
    <dgm:cxn modelId="{06006B8A-EF9E-4B0A-A3B9-322736EFCC15}" type="presParOf" srcId="{4499CA64-B1A6-41B9-ADAC-CDB90D02E826}" destId="{115B5E35-B225-4A0E-9E37-1213D359116E}" srcOrd="0" destOrd="0" presId="urn:microsoft.com/office/officeart/2005/8/layout/list1"/>
    <dgm:cxn modelId="{5A422DFA-345D-43AE-A26F-B54E732C8D6A}" type="presParOf" srcId="{4499CA64-B1A6-41B9-ADAC-CDB90D02E826}" destId="{3E5AEF21-44BC-47E6-9974-0C3C32033A3B}" srcOrd="1" destOrd="0" presId="urn:microsoft.com/office/officeart/2005/8/layout/list1"/>
    <dgm:cxn modelId="{1F71567E-B02F-4CA2-927B-1BC8859A8E86}" type="presParOf" srcId="{A2D61A8A-1BD5-4E90-8D02-07B34B81053F}" destId="{51740165-4428-41A3-AA3B-04DE1B3A2545}" srcOrd="17" destOrd="0" presId="urn:microsoft.com/office/officeart/2005/8/layout/list1"/>
    <dgm:cxn modelId="{6CE41408-F8ED-4070-9193-220996E048BB}" type="presParOf" srcId="{A2D61A8A-1BD5-4E90-8D02-07B34B81053F}" destId="{D8A691CD-6FA6-427D-95A7-8844B84972F6}" srcOrd="18" destOrd="0" presId="urn:microsoft.com/office/officeart/2005/8/layout/list1"/>
    <dgm:cxn modelId="{39D23C86-C9BD-4F3B-90B5-954C1F7AD705}" type="presParOf" srcId="{A2D61A8A-1BD5-4E90-8D02-07B34B81053F}" destId="{0F9611E9-C944-4B28-8FA5-3493DD44ECD4}" srcOrd="19" destOrd="0" presId="urn:microsoft.com/office/officeart/2005/8/layout/list1"/>
    <dgm:cxn modelId="{CFD4F190-401E-4C26-BA3C-0358D439DDBE}" type="presParOf" srcId="{A2D61A8A-1BD5-4E90-8D02-07B34B81053F}" destId="{92BA2AFE-B686-4307-980B-E6ABDD106DF1}" srcOrd="20" destOrd="0" presId="urn:microsoft.com/office/officeart/2005/8/layout/list1"/>
    <dgm:cxn modelId="{320F9A9B-967F-4BC8-989E-11B7C3E5D4D4}" type="presParOf" srcId="{92BA2AFE-B686-4307-980B-E6ABDD106DF1}" destId="{B98A1508-980A-426F-85A6-D3D3CFEFEBE1}" srcOrd="0" destOrd="0" presId="urn:microsoft.com/office/officeart/2005/8/layout/list1"/>
    <dgm:cxn modelId="{01920180-3E17-4694-83AB-819542C0A4B3}" type="presParOf" srcId="{92BA2AFE-B686-4307-980B-E6ABDD106DF1}" destId="{82714D72-CC8C-488A-90EC-C1C3DAE965EA}" srcOrd="1" destOrd="0" presId="urn:microsoft.com/office/officeart/2005/8/layout/list1"/>
    <dgm:cxn modelId="{314FCA2C-C25E-41BD-BD63-D261DDB204D0}" type="presParOf" srcId="{A2D61A8A-1BD5-4E90-8D02-07B34B81053F}" destId="{1052EB30-224E-4920-8B53-A76CBE2ECC16}" srcOrd="21" destOrd="0" presId="urn:microsoft.com/office/officeart/2005/8/layout/list1"/>
    <dgm:cxn modelId="{D90B3D55-E732-4315-8650-F5BA48099748}" type="presParOf" srcId="{A2D61A8A-1BD5-4E90-8D02-07B34B81053F}" destId="{F0C07386-09F1-4BF6-B549-6D3F3013DE6A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44FE1-4C80-4115-A448-63EFE35F1AB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1CD709-C0CC-4FAF-A253-68406A4ACE10}">
      <dgm:prSet/>
      <dgm:spPr/>
      <dgm:t>
        <a:bodyPr/>
        <a:lstStyle/>
        <a:p>
          <a:r>
            <a:rPr lang="en-US"/>
            <a:t>Mental health disorders are a growing public health concern in Bangladesh.</a:t>
          </a:r>
        </a:p>
      </dgm:t>
    </dgm:pt>
    <dgm:pt modelId="{460E45C8-EA09-44C8-AE1C-ACD409F7177A}" type="parTrans" cxnId="{EC269CD8-ECC9-492F-A44B-3D1FAA7C7095}">
      <dgm:prSet/>
      <dgm:spPr/>
      <dgm:t>
        <a:bodyPr/>
        <a:lstStyle/>
        <a:p>
          <a:endParaRPr lang="en-US"/>
        </a:p>
      </dgm:t>
    </dgm:pt>
    <dgm:pt modelId="{6CEF7110-931A-4F72-B45D-047D35273D2C}" type="sibTrans" cxnId="{EC269CD8-ECC9-492F-A44B-3D1FAA7C7095}">
      <dgm:prSet/>
      <dgm:spPr/>
      <dgm:t>
        <a:bodyPr/>
        <a:lstStyle/>
        <a:p>
          <a:endParaRPr lang="en-US"/>
        </a:p>
      </dgm:t>
    </dgm:pt>
    <dgm:pt modelId="{BDF62C10-7FFF-4AFE-9C40-4ADDDF09E733}">
      <dgm:prSet/>
      <dgm:spPr/>
      <dgm:t>
        <a:bodyPr/>
        <a:lstStyle/>
        <a:p>
          <a:r>
            <a:rPr lang="en-US"/>
            <a:t>Services remain underfunded, understaffed, and unevenly distributed.</a:t>
          </a:r>
        </a:p>
      </dgm:t>
    </dgm:pt>
    <dgm:pt modelId="{20BB610D-0D66-474C-B85B-FC74CCAD1C8D}" type="parTrans" cxnId="{10513318-BA3A-46D9-823E-19FC213DC3E8}">
      <dgm:prSet/>
      <dgm:spPr/>
      <dgm:t>
        <a:bodyPr/>
        <a:lstStyle/>
        <a:p>
          <a:endParaRPr lang="en-US"/>
        </a:p>
      </dgm:t>
    </dgm:pt>
    <dgm:pt modelId="{11B3BBD7-5EF6-4BC0-8164-B4384AA0CCED}" type="sibTrans" cxnId="{10513318-BA3A-46D9-823E-19FC213DC3E8}">
      <dgm:prSet/>
      <dgm:spPr/>
      <dgm:t>
        <a:bodyPr/>
        <a:lstStyle/>
        <a:p>
          <a:endParaRPr lang="en-US"/>
        </a:p>
      </dgm:t>
    </dgm:pt>
    <dgm:pt modelId="{4AE5F404-D003-4A38-A9B4-32FEEA0BDFE0}">
      <dgm:prSet/>
      <dgm:spPr/>
      <dgm:t>
        <a:bodyPr/>
        <a:lstStyle/>
        <a:p>
          <a:r>
            <a:rPr lang="en-US"/>
            <a:t>Study objective: analyze national mental health resources using computational statistics.</a:t>
          </a:r>
        </a:p>
      </dgm:t>
    </dgm:pt>
    <dgm:pt modelId="{94FA3C30-1133-4CF6-8467-9271A3D29471}" type="parTrans" cxnId="{D055D43A-DF54-41BD-AD0E-C2164BC4F91F}">
      <dgm:prSet/>
      <dgm:spPr/>
      <dgm:t>
        <a:bodyPr/>
        <a:lstStyle/>
        <a:p>
          <a:endParaRPr lang="en-US"/>
        </a:p>
      </dgm:t>
    </dgm:pt>
    <dgm:pt modelId="{6907BFF6-D52D-4BA4-8737-48558E82367C}" type="sibTrans" cxnId="{D055D43A-DF54-41BD-AD0E-C2164BC4F91F}">
      <dgm:prSet/>
      <dgm:spPr/>
      <dgm:t>
        <a:bodyPr/>
        <a:lstStyle/>
        <a:p>
          <a:endParaRPr lang="en-US"/>
        </a:p>
      </dgm:t>
    </dgm:pt>
    <dgm:pt modelId="{FC830EC1-57E6-471E-A16A-A532616CDF0D}">
      <dgm:prSet/>
      <dgm:spPr/>
      <dgm:t>
        <a:bodyPr/>
        <a:lstStyle/>
        <a:p>
          <a:r>
            <a:rPr lang="en-US"/>
            <a:t>Focus on availability of professionals, treatment gaps, facilities, and budget allocation.</a:t>
          </a:r>
        </a:p>
      </dgm:t>
    </dgm:pt>
    <dgm:pt modelId="{E305AC40-86CA-4E6C-8188-F82529E4B508}" type="parTrans" cxnId="{56F42140-7C2E-4240-ABB4-DE0D87370B33}">
      <dgm:prSet/>
      <dgm:spPr/>
      <dgm:t>
        <a:bodyPr/>
        <a:lstStyle/>
        <a:p>
          <a:endParaRPr lang="en-US"/>
        </a:p>
      </dgm:t>
    </dgm:pt>
    <dgm:pt modelId="{484623BF-30E0-4BD9-BBAD-DD785871D0AE}" type="sibTrans" cxnId="{56F42140-7C2E-4240-ABB4-DE0D87370B33}">
      <dgm:prSet/>
      <dgm:spPr/>
      <dgm:t>
        <a:bodyPr/>
        <a:lstStyle/>
        <a:p>
          <a:endParaRPr lang="en-US"/>
        </a:p>
      </dgm:t>
    </dgm:pt>
    <dgm:pt modelId="{B3E6F661-2299-48CA-B80C-7755014B5060}" type="pres">
      <dgm:prSet presAssocID="{F6B44FE1-4C80-4115-A448-63EFE35F1AB5}" presName="outerComposite" presStyleCnt="0">
        <dgm:presLayoutVars>
          <dgm:chMax val="5"/>
          <dgm:dir/>
          <dgm:resizeHandles val="exact"/>
        </dgm:presLayoutVars>
      </dgm:prSet>
      <dgm:spPr/>
    </dgm:pt>
    <dgm:pt modelId="{18B10338-05C1-49A0-8120-06DC28C79D1B}" type="pres">
      <dgm:prSet presAssocID="{F6B44FE1-4C80-4115-A448-63EFE35F1AB5}" presName="dummyMaxCanvas" presStyleCnt="0">
        <dgm:presLayoutVars/>
      </dgm:prSet>
      <dgm:spPr/>
    </dgm:pt>
    <dgm:pt modelId="{72F77EAC-0B00-47B0-8588-91676AEF9450}" type="pres">
      <dgm:prSet presAssocID="{F6B44FE1-4C80-4115-A448-63EFE35F1AB5}" presName="FourNodes_1" presStyleLbl="node1" presStyleIdx="0" presStyleCnt="4">
        <dgm:presLayoutVars>
          <dgm:bulletEnabled val="1"/>
        </dgm:presLayoutVars>
      </dgm:prSet>
      <dgm:spPr/>
    </dgm:pt>
    <dgm:pt modelId="{07091D0C-58F5-452C-B063-C121314F6FD0}" type="pres">
      <dgm:prSet presAssocID="{F6B44FE1-4C80-4115-A448-63EFE35F1AB5}" presName="FourNodes_2" presStyleLbl="node1" presStyleIdx="1" presStyleCnt="4">
        <dgm:presLayoutVars>
          <dgm:bulletEnabled val="1"/>
        </dgm:presLayoutVars>
      </dgm:prSet>
      <dgm:spPr/>
    </dgm:pt>
    <dgm:pt modelId="{AE8BBD5B-5E34-44C6-B68D-FE02F935F3F6}" type="pres">
      <dgm:prSet presAssocID="{F6B44FE1-4C80-4115-A448-63EFE35F1AB5}" presName="FourNodes_3" presStyleLbl="node1" presStyleIdx="2" presStyleCnt="4">
        <dgm:presLayoutVars>
          <dgm:bulletEnabled val="1"/>
        </dgm:presLayoutVars>
      </dgm:prSet>
      <dgm:spPr/>
    </dgm:pt>
    <dgm:pt modelId="{33731B45-8FAF-4799-A7EC-811C1A7F8B41}" type="pres">
      <dgm:prSet presAssocID="{F6B44FE1-4C80-4115-A448-63EFE35F1AB5}" presName="FourNodes_4" presStyleLbl="node1" presStyleIdx="3" presStyleCnt="4">
        <dgm:presLayoutVars>
          <dgm:bulletEnabled val="1"/>
        </dgm:presLayoutVars>
      </dgm:prSet>
      <dgm:spPr/>
    </dgm:pt>
    <dgm:pt modelId="{B1ED7C53-AEF0-4CAE-8F7C-CB708556363F}" type="pres">
      <dgm:prSet presAssocID="{F6B44FE1-4C80-4115-A448-63EFE35F1AB5}" presName="FourConn_1-2" presStyleLbl="fgAccFollowNode1" presStyleIdx="0" presStyleCnt="3">
        <dgm:presLayoutVars>
          <dgm:bulletEnabled val="1"/>
        </dgm:presLayoutVars>
      </dgm:prSet>
      <dgm:spPr/>
    </dgm:pt>
    <dgm:pt modelId="{F1B06F88-73C9-4B2E-8EA3-197F4D6F3B44}" type="pres">
      <dgm:prSet presAssocID="{F6B44FE1-4C80-4115-A448-63EFE35F1AB5}" presName="FourConn_2-3" presStyleLbl="fgAccFollowNode1" presStyleIdx="1" presStyleCnt="3">
        <dgm:presLayoutVars>
          <dgm:bulletEnabled val="1"/>
        </dgm:presLayoutVars>
      </dgm:prSet>
      <dgm:spPr/>
    </dgm:pt>
    <dgm:pt modelId="{37769994-4CEE-4D76-9FE1-617E6A69F03E}" type="pres">
      <dgm:prSet presAssocID="{F6B44FE1-4C80-4115-A448-63EFE35F1AB5}" presName="FourConn_3-4" presStyleLbl="fgAccFollowNode1" presStyleIdx="2" presStyleCnt="3">
        <dgm:presLayoutVars>
          <dgm:bulletEnabled val="1"/>
        </dgm:presLayoutVars>
      </dgm:prSet>
      <dgm:spPr/>
    </dgm:pt>
    <dgm:pt modelId="{7545AF48-88C7-48BB-8A55-B59979FE76BC}" type="pres">
      <dgm:prSet presAssocID="{F6B44FE1-4C80-4115-A448-63EFE35F1AB5}" presName="FourNodes_1_text" presStyleLbl="node1" presStyleIdx="3" presStyleCnt="4">
        <dgm:presLayoutVars>
          <dgm:bulletEnabled val="1"/>
        </dgm:presLayoutVars>
      </dgm:prSet>
      <dgm:spPr/>
    </dgm:pt>
    <dgm:pt modelId="{C3006680-6008-4AAD-B517-D483EA1E3E2F}" type="pres">
      <dgm:prSet presAssocID="{F6B44FE1-4C80-4115-A448-63EFE35F1AB5}" presName="FourNodes_2_text" presStyleLbl="node1" presStyleIdx="3" presStyleCnt="4">
        <dgm:presLayoutVars>
          <dgm:bulletEnabled val="1"/>
        </dgm:presLayoutVars>
      </dgm:prSet>
      <dgm:spPr/>
    </dgm:pt>
    <dgm:pt modelId="{967B4FF0-7620-4C97-8D7D-682DFA142D35}" type="pres">
      <dgm:prSet presAssocID="{F6B44FE1-4C80-4115-A448-63EFE35F1AB5}" presName="FourNodes_3_text" presStyleLbl="node1" presStyleIdx="3" presStyleCnt="4">
        <dgm:presLayoutVars>
          <dgm:bulletEnabled val="1"/>
        </dgm:presLayoutVars>
      </dgm:prSet>
      <dgm:spPr/>
    </dgm:pt>
    <dgm:pt modelId="{03AC4D6E-D62E-4621-9170-831084D46034}" type="pres">
      <dgm:prSet presAssocID="{F6B44FE1-4C80-4115-A448-63EFE35F1AB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0513318-BA3A-46D9-823E-19FC213DC3E8}" srcId="{F6B44FE1-4C80-4115-A448-63EFE35F1AB5}" destId="{BDF62C10-7FFF-4AFE-9C40-4ADDDF09E733}" srcOrd="1" destOrd="0" parTransId="{20BB610D-0D66-474C-B85B-FC74CCAD1C8D}" sibTransId="{11B3BBD7-5EF6-4BC0-8164-B4384AA0CCED}"/>
    <dgm:cxn modelId="{70A47919-312C-4225-9F8D-934BB7461E63}" type="presOf" srcId="{11B3BBD7-5EF6-4BC0-8164-B4384AA0CCED}" destId="{F1B06F88-73C9-4B2E-8EA3-197F4D6F3B44}" srcOrd="0" destOrd="0" presId="urn:microsoft.com/office/officeart/2005/8/layout/vProcess5"/>
    <dgm:cxn modelId="{8DB61520-E310-4AB8-ADCD-538790D1BD41}" type="presOf" srcId="{6CEF7110-931A-4F72-B45D-047D35273D2C}" destId="{B1ED7C53-AEF0-4CAE-8F7C-CB708556363F}" srcOrd="0" destOrd="0" presId="urn:microsoft.com/office/officeart/2005/8/layout/vProcess5"/>
    <dgm:cxn modelId="{D055D43A-DF54-41BD-AD0E-C2164BC4F91F}" srcId="{F6B44FE1-4C80-4115-A448-63EFE35F1AB5}" destId="{4AE5F404-D003-4A38-A9B4-32FEEA0BDFE0}" srcOrd="2" destOrd="0" parTransId="{94FA3C30-1133-4CF6-8467-9271A3D29471}" sibTransId="{6907BFF6-D52D-4BA4-8737-48558E82367C}"/>
    <dgm:cxn modelId="{43C7793B-4B7B-4D90-8132-C10F02EC5675}" type="presOf" srcId="{6A1CD709-C0CC-4FAF-A253-68406A4ACE10}" destId="{7545AF48-88C7-48BB-8A55-B59979FE76BC}" srcOrd="1" destOrd="0" presId="urn:microsoft.com/office/officeart/2005/8/layout/vProcess5"/>
    <dgm:cxn modelId="{56F42140-7C2E-4240-ABB4-DE0D87370B33}" srcId="{F6B44FE1-4C80-4115-A448-63EFE35F1AB5}" destId="{FC830EC1-57E6-471E-A16A-A532616CDF0D}" srcOrd="3" destOrd="0" parTransId="{E305AC40-86CA-4E6C-8188-F82529E4B508}" sibTransId="{484623BF-30E0-4BD9-BBAD-DD785871D0AE}"/>
    <dgm:cxn modelId="{E457D54B-8546-4773-861A-11591F46F700}" type="presOf" srcId="{FC830EC1-57E6-471E-A16A-A532616CDF0D}" destId="{33731B45-8FAF-4799-A7EC-811C1A7F8B41}" srcOrd="0" destOrd="0" presId="urn:microsoft.com/office/officeart/2005/8/layout/vProcess5"/>
    <dgm:cxn modelId="{2DA9B052-0819-43CC-96AD-7E692EABE211}" type="presOf" srcId="{BDF62C10-7FFF-4AFE-9C40-4ADDDF09E733}" destId="{C3006680-6008-4AAD-B517-D483EA1E3E2F}" srcOrd="1" destOrd="0" presId="urn:microsoft.com/office/officeart/2005/8/layout/vProcess5"/>
    <dgm:cxn modelId="{62341677-5521-4FC1-ACEB-91FC61C1E68F}" type="presOf" srcId="{4AE5F404-D003-4A38-A9B4-32FEEA0BDFE0}" destId="{AE8BBD5B-5E34-44C6-B68D-FE02F935F3F6}" srcOrd="0" destOrd="0" presId="urn:microsoft.com/office/officeart/2005/8/layout/vProcess5"/>
    <dgm:cxn modelId="{4774B585-85B4-48CC-908C-FE3146373B71}" type="presOf" srcId="{4AE5F404-D003-4A38-A9B4-32FEEA0BDFE0}" destId="{967B4FF0-7620-4C97-8D7D-682DFA142D35}" srcOrd="1" destOrd="0" presId="urn:microsoft.com/office/officeart/2005/8/layout/vProcess5"/>
    <dgm:cxn modelId="{65A0228B-AE00-42E6-8DF2-02EB6C40E49D}" type="presOf" srcId="{6A1CD709-C0CC-4FAF-A253-68406A4ACE10}" destId="{72F77EAC-0B00-47B0-8588-91676AEF9450}" srcOrd="0" destOrd="0" presId="urn:microsoft.com/office/officeart/2005/8/layout/vProcess5"/>
    <dgm:cxn modelId="{5CDB559B-C16B-41F0-9E43-3D721396F6D3}" type="presOf" srcId="{FC830EC1-57E6-471E-A16A-A532616CDF0D}" destId="{03AC4D6E-D62E-4621-9170-831084D46034}" srcOrd="1" destOrd="0" presId="urn:microsoft.com/office/officeart/2005/8/layout/vProcess5"/>
    <dgm:cxn modelId="{E9C679B7-4050-44EC-A2D1-CC6062E27F65}" type="presOf" srcId="{6907BFF6-D52D-4BA4-8737-48558E82367C}" destId="{37769994-4CEE-4D76-9FE1-617E6A69F03E}" srcOrd="0" destOrd="0" presId="urn:microsoft.com/office/officeart/2005/8/layout/vProcess5"/>
    <dgm:cxn modelId="{43CFBCBA-CC57-4645-8B9E-5CB19EF51A04}" type="presOf" srcId="{F6B44FE1-4C80-4115-A448-63EFE35F1AB5}" destId="{B3E6F661-2299-48CA-B80C-7755014B5060}" srcOrd="0" destOrd="0" presId="urn:microsoft.com/office/officeart/2005/8/layout/vProcess5"/>
    <dgm:cxn modelId="{EC269CD8-ECC9-492F-A44B-3D1FAA7C7095}" srcId="{F6B44FE1-4C80-4115-A448-63EFE35F1AB5}" destId="{6A1CD709-C0CC-4FAF-A253-68406A4ACE10}" srcOrd="0" destOrd="0" parTransId="{460E45C8-EA09-44C8-AE1C-ACD409F7177A}" sibTransId="{6CEF7110-931A-4F72-B45D-047D35273D2C}"/>
    <dgm:cxn modelId="{EB6A1FFD-82A4-44A5-B54E-46346C3576C2}" type="presOf" srcId="{BDF62C10-7FFF-4AFE-9C40-4ADDDF09E733}" destId="{07091D0C-58F5-452C-B063-C121314F6FD0}" srcOrd="0" destOrd="0" presId="urn:microsoft.com/office/officeart/2005/8/layout/vProcess5"/>
    <dgm:cxn modelId="{635C2480-AFBE-43D9-A414-812A1B38F5BE}" type="presParOf" srcId="{B3E6F661-2299-48CA-B80C-7755014B5060}" destId="{18B10338-05C1-49A0-8120-06DC28C79D1B}" srcOrd="0" destOrd="0" presId="urn:microsoft.com/office/officeart/2005/8/layout/vProcess5"/>
    <dgm:cxn modelId="{5B2246C1-E66D-40F1-93B5-A7DD2852FA08}" type="presParOf" srcId="{B3E6F661-2299-48CA-B80C-7755014B5060}" destId="{72F77EAC-0B00-47B0-8588-91676AEF9450}" srcOrd="1" destOrd="0" presId="urn:microsoft.com/office/officeart/2005/8/layout/vProcess5"/>
    <dgm:cxn modelId="{75C72C94-79C6-4078-B282-DC34F1D09928}" type="presParOf" srcId="{B3E6F661-2299-48CA-B80C-7755014B5060}" destId="{07091D0C-58F5-452C-B063-C121314F6FD0}" srcOrd="2" destOrd="0" presId="urn:microsoft.com/office/officeart/2005/8/layout/vProcess5"/>
    <dgm:cxn modelId="{A679609D-0296-479D-9E1D-0AF52554502B}" type="presParOf" srcId="{B3E6F661-2299-48CA-B80C-7755014B5060}" destId="{AE8BBD5B-5E34-44C6-B68D-FE02F935F3F6}" srcOrd="3" destOrd="0" presId="urn:microsoft.com/office/officeart/2005/8/layout/vProcess5"/>
    <dgm:cxn modelId="{4CB6C3F3-E910-4F9D-9BA5-1F0EF7EDD1FC}" type="presParOf" srcId="{B3E6F661-2299-48CA-B80C-7755014B5060}" destId="{33731B45-8FAF-4799-A7EC-811C1A7F8B41}" srcOrd="4" destOrd="0" presId="urn:microsoft.com/office/officeart/2005/8/layout/vProcess5"/>
    <dgm:cxn modelId="{CBD8F160-6AF8-4CA0-80A3-7960D2E7F4A2}" type="presParOf" srcId="{B3E6F661-2299-48CA-B80C-7755014B5060}" destId="{B1ED7C53-AEF0-4CAE-8F7C-CB708556363F}" srcOrd="5" destOrd="0" presId="urn:microsoft.com/office/officeart/2005/8/layout/vProcess5"/>
    <dgm:cxn modelId="{ED725937-55A9-4BDD-A7EA-F7D0AB2075DF}" type="presParOf" srcId="{B3E6F661-2299-48CA-B80C-7755014B5060}" destId="{F1B06F88-73C9-4B2E-8EA3-197F4D6F3B44}" srcOrd="6" destOrd="0" presId="urn:microsoft.com/office/officeart/2005/8/layout/vProcess5"/>
    <dgm:cxn modelId="{DDDE3A4D-3226-44AD-B510-9BF31D5D0009}" type="presParOf" srcId="{B3E6F661-2299-48CA-B80C-7755014B5060}" destId="{37769994-4CEE-4D76-9FE1-617E6A69F03E}" srcOrd="7" destOrd="0" presId="urn:microsoft.com/office/officeart/2005/8/layout/vProcess5"/>
    <dgm:cxn modelId="{E14CA088-F703-4D2D-81D9-1CA7ED3E2660}" type="presParOf" srcId="{B3E6F661-2299-48CA-B80C-7755014B5060}" destId="{7545AF48-88C7-48BB-8A55-B59979FE76BC}" srcOrd="8" destOrd="0" presId="urn:microsoft.com/office/officeart/2005/8/layout/vProcess5"/>
    <dgm:cxn modelId="{2DC34752-9B6C-41B9-8801-367124426188}" type="presParOf" srcId="{B3E6F661-2299-48CA-B80C-7755014B5060}" destId="{C3006680-6008-4AAD-B517-D483EA1E3E2F}" srcOrd="9" destOrd="0" presId="urn:microsoft.com/office/officeart/2005/8/layout/vProcess5"/>
    <dgm:cxn modelId="{333CB48D-24A6-4378-9701-6CED0E4BA8DC}" type="presParOf" srcId="{B3E6F661-2299-48CA-B80C-7755014B5060}" destId="{967B4FF0-7620-4C97-8D7D-682DFA142D35}" srcOrd="10" destOrd="0" presId="urn:microsoft.com/office/officeart/2005/8/layout/vProcess5"/>
    <dgm:cxn modelId="{6FBFB2D1-31F9-4F55-92B9-A841E54B0CE8}" type="presParOf" srcId="{B3E6F661-2299-48CA-B80C-7755014B5060}" destId="{03AC4D6E-D62E-4621-9170-831084D4603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CE7912-66C7-485E-B5F6-580E882D7B9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9D5C97F-9162-47F1-977C-4C6A0AA96CBE}">
      <dgm:prSet/>
      <dgm:spPr/>
      <dgm:t>
        <a:bodyPr/>
        <a:lstStyle/>
        <a:p>
          <a:r>
            <a:rPr lang="en-US"/>
            <a:t>WHO Mental Health Atlas: workforce shortages and &gt;80% treatment gap.</a:t>
          </a:r>
        </a:p>
      </dgm:t>
    </dgm:pt>
    <dgm:pt modelId="{261F29CD-B6FB-4769-B5ED-C4F264D09971}" type="parTrans" cxnId="{C9B9A736-0089-49A3-BFF2-A4A05706543A}">
      <dgm:prSet/>
      <dgm:spPr/>
      <dgm:t>
        <a:bodyPr/>
        <a:lstStyle/>
        <a:p>
          <a:endParaRPr lang="en-US"/>
        </a:p>
      </dgm:t>
    </dgm:pt>
    <dgm:pt modelId="{F8AD0061-178D-4750-92E6-EF9A50E3ADBA}" type="sibTrans" cxnId="{C9B9A736-0089-49A3-BFF2-A4A05706543A}">
      <dgm:prSet/>
      <dgm:spPr/>
      <dgm:t>
        <a:bodyPr/>
        <a:lstStyle/>
        <a:p>
          <a:endParaRPr lang="en-US"/>
        </a:p>
      </dgm:t>
    </dgm:pt>
    <dgm:pt modelId="{5F9BFBB4-76E6-4E59-A76F-FBFAC634ECED}">
      <dgm:prSet/>
      <dgm:spPr/>
      <dgm:t>
        <a:bodyPr/>
        <a:lstStyle/>
        <a:p>
          <a:r>
            <a:rPr lang="en-US"/>
            <a:t>National Mental Health Survey: high prevalence with low treatment coverage.</a:t>
          </a:r>
        </a:p>
      </dgm:t>
    </dgm:pt>
    <dgm:pt modelId="{FF680111-127F-4C37-8C99-9C01BD2FF6D2}" type="parTrans" cxnId="{17391BD7-6E86-4816-A1E4-E28D90CB2B8C}">
      <dgm:prSet/>
      <dgm:spPr/>
      <dgm:t>
        <a:bodyPr/>
        <a:lstStyle/>
        <a:p>
          <a:endParaRPr lang="en-US"/>
        </a:p>
      </dgm:t>
    </dgm:pt>
    <dgm:pt modelId="{0ADDABF8-A27E-48B3-A3D2-49444F2E0B58}" type="sibTrans" cxnId="{17391BD7-6E86-4816-A1E4-E28D90CB2B8C}">
      <dgm:prSet/>
      <dgm:spPr/>
      <dgm:t>
        <a:bodyPr/>
        <a:lstStyle/>
        <a:p>
          <a:endParaRPr lang="en-US"/>
        </a:p>
      </dgm:t>
    </dgm:pt>
    <dgm:pt modelId="{3E393EE8-F40E-4800-B3D1-B91FBF1E9271}">
      <dgm:prSet/>
      <dgm:spPr/>
      <dgm:t>
        <a:bodyPr/>
        <a:lstStyle/>
        <a:p>
          <a:r>
            <a:rPr lang="en-US"/>
            <a:t>World Bank findings: low public spending and inefficient allocation.</a:t>
          </a:r>
        </a:p>
      </dgm:t>
    </dgm:pt>
    <dgm:pt modelId="{FD9DDB30-628C-4B89-A5F3-12A747870BFA}" type="parTrans" cxnId="{7B665536-2D43-4246-8316-F6CC45AADEE8}">
      <dgm:prSet/>
      <dgm:spPr/>
      <dgm:t>
        <a:bodyPr/>
        <a:lstStyle/>
        <a:p>
          <a:endParaRPr lang="en-US"/>
        </a:p>
      </dgm:t>
    </dgm:pt>
    <dgm:pt modelId="{9C10EE2C-1C17-4AC8-A532-681E5F0D2649}" type="sibTrans" cxnId="{7B665536-2D43-4246-8316-F6CC45AADEE8}">
      <dgm:prSet/>
      <dgm:spPr/>
      <dgm:t>
        <a:bodyPr/>
        <a:lstStyle/>
        <a:p>
          <a:endParaRPr lang="en-US"/>
        </a:p>
      </dgm:t>
    </dgm:pt>
    <dgm:pt modelId="{AEDCA1E5-6888-47D4-9AB2-014DB25BDC52}">
      <dgm:prSet/>
      <dgm:spPr/>
      <dgm:t>
        <a:bodyPr/>
        <a:lstStyle/>
        <a:p>
          <a:r>
            <a:rPr lang="en-US"/>
            <a:t>Overall evidence shows shortages, disparities, and financing challenges.</a:t>
          </a:r>
        </a:p>
      </dgm:t>
    </dgm:pt>
    <dgm:pt modelId="{14658CDE-62F1-48E9-804F-EF551EE5DAAF}" type="parTrans" cxnId="{E09E0A80-B50E-4CF3-959B-AD7ADD0277AC}">
      <dgm:prSet/>
      <dgm:spPr/>
      <dgm:t>
        <a:bodyPr/>
        <a:lstStyle/>
        <a:p>
          <a:endParaRPr lang="en-US"/>
        </a:p>
      </dgm:t>
    </dgm:pt>
    <dgm:pt modelId="{6931681E-DF9B-43A9-AA86-3E75D877A398}" type="sibTrans" cxnId="{E09E0A80-B50E-4CF3-959B-AD7ADD0277AC}">
      <dgm:prSet/>
      <dgm:spPr/>
      <dgm:t>
        <a:bodyPr/>
        <a:lstStyle/>
        <a:p>
          <a:endParaRPr lang="en-US"/>
        </a:p>
      </dgm:t>
    </dgm:pt>
    <dgm:pt modelId="{642F5577-4118-4DB0-9869-B67CF8800341}" type="pres">
      <dgm:prSet presAssocID="{3DCE7912-66C7-485E-B5F6-580E882D7B9F}" presName="root" presStyleCnt="0">
        <dgm:presLayoutVars>
          <dgm:dir/>
          <dgm:resizeHandles val="exact"/>
        </dgm:presLayoutVars>
      </dgm:prSet>
      <dgm:spPr/>
    </dgm:pt>
    <dgm:pt modelId="{EDC84A9C-5F59-4B62-8E98-95904A43158E}" type="pres">
      <dgm:prSet presAssocID="{3DCE7912-66C7-485E-B5F6-580E882D7B9F}" presName="container" presStyleCnt="0">
        <dgm:presLayoutVars>
          <dgm:dir/>
          <dgm:resizeHandles val="exact"/>
        </dgm:presLayoutVars>
      </dgm:prSet>
      <dgm:spPr/>
    </dgm:pt>
    <dgm:pt modelId="{114B5048-7274-4B02-9070-C49859562936}" type="pres">
      <dgm:prSet presAssocID="{49D5C97F-9162-47F1-977C-4C6A0AA96CBE}" presName="compNode" presStyleCnt="0"/>
      <dgm:spPr/>
    </dgm:pt>
    <dgm:pt modelId="{684D712C-FBCE-4847-9B1A-83FED51087A3}" type="pres">
      <dgm:prSet presAssocID="{49D5C97F-9162-47F1-977C-4C6A0AA96CBE}" presName="iconBgRect" presStyleLbl="bgShp" presStyleIdx="0" presStyleCnt="4"/>
      <dgm:spPr/>
    </dgm:pt>
    <dgm:pt modelId="{4760FECE-ED0B-4248-B60A-2F79209F4C14}" type="pres">
      <dgm:prSet presAssocID="{49D5C97F-9162-47F1-977C-4C6A0AA96C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D17ADA7-7276-4527-92A6-5730B774F951}" type="pres">
      <dgm:prSet presAssocID="{49D5C97F-9162-47F1-977C-4C6A0AA96CBE}" presName="spaceRect" presStyleCnt="0"/>
      <dgm:spPr/>
    </dgm:pt>
    <dgm:pt modelId="{644CE5E6-9569-48A7-9CD0-E6D743FA32B0}" type="pres">
      <dgm:prSet presAssocID="{49D5C97F-9162-47F1-977C-4C6A0AA96CBE}" presName="textRect" presStyleLbl="revTx" presStyleIdx="0" presStyleCnt="4">
        <dgm:presLayoutVars>
          <dgm:chMax val="1"/>
          <dgm:chPref val="1"/>
        </dgm:presLayoutVars>
      </dgm:prSet>
      <dgm:spPr/>
    </dgm:pt>
    <dgm:pt modelId="{41B554FD-85E6-4C59-8DCC-BECAB710FD11}" type="pres">
      <dgm:prSet presAssocID="{F8AD0061-178D-4750-92E6-EF9A50E3ADBA}" presName="sibTrans" presStyleLbl="sibTrans2D1" presStyleIdx="0" presStyleCnt="0"/>
      <dgm:spPr/>
    </dgm:pt>
    <dgm:pt modelId="{C0092141-0B12-4637-AB42-74EA572D9CED}" type="pres">
      <dgm:prSet presAssocID="{5F9BFBB4-76E6-4E59-A76F-FBFAC634ECED}" presName="compNode" presStyleCnt="0"/>
      <dgm:spPr/>
    </dgm:pt>
    <dgm:pt modelId="{DF795EA9-23BE-4FB9-8B42-0B959C1AAC01}" type="pres">
      <dgm:prSet presAssocID="{5F9BFBB4-76E6-4E59-A76F-FBFAC634ECED}" presName="iconBgRect" presStyleLbl="bgShp" presStyleIdx="1" presStyleCnt="4"/>
      <dgm:spPr/>
    </dgm:pt>
    <dgm:pt modelId="{1F8FD41E-6861-4912-B817-9AA1106979D8}" type="pres">
      <dgm:prSet presAssocID="{5F9BFBB4-76E6-4E59-A76F-FBFAC634ECE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AAFEB8B3-4F53-4657-9062-A12508FE39A7}" type="pres">
      <dgm:prSet presAssocID="{5F9BFBB4-76E6-4E59-A76F-FBFAC634ECED}" presName="spaceRect" presStyleCnt="0"/>
      <dgm:spPr/>
    </dgm:pt>
    <dgm:pt modelId="{AD811F4A-05C7-4272-8C6F-269D7CF22DBA}" type="pres">
      <dgm:prSet presAssocID="{5F9BFBB4-76E6-4E59-A76F-FBFAC634ECED}" presName="textRect" presStyleLbl="revTx" presStyleIdx="1" presStyleCnt="4">
        <dgm:presLayoutVars>
          <dgm:chMax val="1"/>
          <dgm:chPref val="1"/>
        </dgm:presLayoutVars>
      </dgm:prSet>
      <dgm:spPr/>
    </dgm:pt>
    <dgm:pt modelId="{55A3CAA1-169B-47FB-8782-E9AA41E1AA5C}" type="pres">
      <dgm:prSet presAssocID="{0ADDABF8-A27E-48B3-A3D2-49444F2E0B58}" presName="sibTrans" presStyleLbl="sibTrans2D1" presStyleIdx="0" presStyleCnt="0"/>
      <dgm:spPr/>
    </dgm:pt>
    <dgm:pt modelId="{BD6FE586-8DFE-4341-A89A-80AC1AB666A2}" type="pres">
      <dgm:prSet presAssocID="{3E393EE8-F40E-4800-B3D1-B91FBF1E9271}" presName="compNode" presStyleCnt="0"/>
      <dgm:spPr/>
    </dgm:pt>
    <dgm:pt modelId="{41AC816B-7AAC-47A0-8E33-9B30A68DC9CC}" type="pres">
      <dgm:prSet presAssocID="{3E393EE8-F40E-4800-B3D1-B91FBF1E9271}" presName="iconBgRect" presStyleLbl="bgShp" presStyleIdx="2" presStyleCnt="4"/>
      <dgm:spPr/>
    </dgm:pt>
    <dgm:pt modelId="{0825461B-6EC4-49E3-B89D-CA8FA7BEC8E6}" type="pres">
      <dgm:prSet presAssocID="{3E393EE8-F40E-4800-B3D1-B91FBF1E92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4CAAFEF-5D77-45BD-9D94-25DD34522390}" type="pres">
      <dgm:prSet presAssocID="{3E393EE8-F40E-4800-B3D1-B91FBF1E9271}" presName="spaceRect" presStyleCnt="0"/>
      <dgm:spPr/>
    </dgm:pt>
    <dgm:pt modelId="{EC545E13-8643-4FD5-8990-D991E85AC33B}" type="pres">
      <dgm:prSet presAssocID="{3E393EE8-F40E-4800-B3D1-B91FBF1E9271}" presName="textRect" presStyleLbl="revTx" presStyleIdx="2" presStyleCnt="4">
        <dgm:presLayoutVars>
          <dgm:chMax val="1"/>
          <dgm:chPref val="1"/>
        </dgm:presLayoutVars>
      </dgm:prSet>
      <dgm:spPr/>
    </dgm:pt>
    <dgm:pt modelId="{B4B936C2-D65F-46AD-9F45-643D146EBC02}" type="pres">
      <dgm:prSet presAssocID="{9C10EE2C-1C17-4AC8-A532-681E5F0D2649}" presName="sibTrans" presStyleLbl="sibTrans2D1" presStyleIdx="0" presStyleCnt="0"/>
      <dgm:spPr/>
    </dgm:pt>
    <dgm:pt modelId="{D62733BE-2AF1-4CF7-BC33-1D5FB72DE73C}" type="pres">
      <dgm:prSet presAssocID="{AEDCA1E5-6888-47D4-9AB2-014DB25BDC52}" presName="compNode" presStyleCnt="0"/>
      <dgm:spPr/>
    </dgm:pt>
    <dgm:pt modelId="{C37BB01F-B0CE-4416-A48D-9DE4CBF7692B}" type="pres">
      <dgm:prSet presAssocID="{AEDCA1E5-6888-47D4-9AB2-014DB25BDC52}" presName="iconBgRect" presStyleLbl="bgShp" presStyleIdx="3" presStyleCnt="4"/>
      <dgm:spPr/>
    </dgm:pt>
    <dgm:pt modelId="{C1B6C1D7-29E8-4E91-A24B-4FC7463F0ACC}" type="pres">
      <dgm:prSet presAssocID="{AEDCA1E5-6888-47D4-9AB2-014DB25BDC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361605D-2108-4EE2-822D-E1A2D7EB33F5}" type="pres">
      <dgm:prSet presAssocID="{AEDCA1E5-6888-47D4-9AB2-014DB25BDC52}" presName="spaceRect" presStyleCnt="0"/>
      <dgm:spPr/>
    </dgm:pt>
    <dgm:pt modelId="{BD4EA348-327B-4C4E-81FB-CAC733F0FE00}" type="pres">
      <dgm:prSet presAssocID="{AEDCA1E5-6888-47D4-9AB2-014DB25BDC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B665536-2D43-4246-8316-F6CC45AADEE8}" srcId="{3DCE7912-66C7-485E-B5F6-580E882D7B9F}" destId="{3E393EE8-F40E-4800-B3D1-B91FBF1E9271}" srcOrd="2" destOrd="0" parTransId="{FD9DDB30-628C-4B89-A5F3-12A747870BFA}" sibTransId="{9C10EE2C-1C17-4AC8-A532-681E5F0D2649}"/>
    <dgm:cxn modelId="{C9B9A736-0089-49A3-BFF2-A4A05706543A}" srcId="{3DCE7912-66C7-485E-B5F6-580E882D7B9F}" destId="{49D5C97F-9162-47F1-977C-4C6A0AA96CBE}" srcOrd="0" destOrd="0" parTransId="{261F29CD-B6FB-4769-B5ED-C4F264D09971}" sibTransId="{F8AD0061-178D-4750-92E6-EF9A50E3ADBA}"/>
    <dgm:cxn modelId="{AF3BDD4B-A8E4-4FC1-A6AA-03E3F73BAF80}" type="presOf" srcId="{AEDCA1E5-6888-47D4-9AB2-014DB25BDC52}" destId="{BD4EA348-327B-4C4E-81FB-CAC733F0FE00}" srcOrd="0" destOrd="0" presId="urn:microsoft.com/office/officeart/2018/2/layout/IconCircleList"/>
    <dgm:cxn modelId="{7B94544D-2FCF-4AF7-9BEC-4E750BF81DC8}" type="presOf" srcId="{9C10EE2C-1C17-4AC8-A532-681E5F0D2649}" destId="{B4B936C2-D65F-46AD-9F45-643D146EBC02}" srcOrd="0" destOrd="0" presId="urn:microsoft.com/office/officeart/2018/2/layout/IconCircleList"/>
    <dgm:cxn modelId="{E09E0A80-B50E-4CF3-959B-AD7ADD0277AC}" srcId="{3DCE7912-66C7-485E-B5F6-580E882D7B9F}" destId="{AEDCA1E5-6888-47D4-9AB2-014DB25BDC52}" srcOrd="3" destOrd="0" parTransId="{14658CDE-62F1-48E9-804F-EF551EE5DAAF}" sibTransId="{6931681E-DF9B-43A9-AA86-3E75D877A398}"/>
    <dgm:cxn modelId="{FDAF3BB8-A047-41A3-ACF7-4C94EE6A1B8C}" type="presOf" srcId="{3E393EE8-F40E-4800-B3D1-B91FBF1E9271}" destId="{EC545E13-8643-4FD5-8990-D991E85AC33B}" srcOrd="0" destOrd="0" presId="urn:microsoft.com/office/officeart/2018/2/layout/IconCircleList"/>
    <dgm:cxn modelId="{EA6D20BC-9539-4DAB-A0B1-49E540344FF7}" type="presOf" srcId="{5F9BFBB4-76E6-4E59-A76F-FBFAC634ECED}" destId="{AD811F4A-05C7-4272-8C6F-269D7CF22DBA}" srcOrd="0" destOrd="0" presId="urn:microsoft.com/office/officeart/2018/2/layout/IconCircleList"/>
    <dgm:cxn modelId="{711335C0-A337-4199-94B1-A3A8B2C29DBC}" type="presOf" srcId="{F8AD0061-178D-4750-92E6-EF9A50E3ADBA}" destId="{41B554FD-85E6-4C59-8DCC-BECAB710FD11}" srcOrd="0" destOrd="0" presId="urn:microsoft.com/office/officeart/2018/2/layout/IconCircleList"/>
    <dgm:cxn modelId="{5DD8DAC3-F14C-49DB-9279-3FA38F93D2B3}" type="presOf" srcId="{0ADDABF8-A27E-48B3-A3D2-49444F2E0B58}" destId="{55A3CAA1-169B-47FB-8782-E9AA41E1AA5C}" srcOrd="0" destOrd="0" presId="urn:microsoft.com/office/officeart/2018/2/layout/IconCircleList"/>
    <dgm:cxn modelId="{903B15CC-4557-45E5-A620-FE52929B1171}" type="presOf" srcId="{49D5C97F-9162-47F1-977C-4C6A0AA96CBE}" destId="{644CE5E6-9569-48A7-9CD0-E6D743FA32B0}" srcOrd="0" destOrd="0" presId="urn:microsoft.com/office/officeart/2018/2/layout/IconCircleList"/>
    <dgm:cxn modelId="{17391BD7-6E86-4816-A1E4-E28D90CB2B8C}" srcId="{3DCE7912-66C7-485E-B5F6-580E882D7B9F}" destId="{5F9BFBB4-76E6-4E59-A76F-FBFAC634ECED}" srcOrd="1" destOrd="0" parTransId="{FF680111-127F-4C37-8C99-9C01BD2FF6D2}" sibTransId="{0ADDABF8-A27E-48B3-A3D2-49444F2E0B58}"/>
    <dgm:cxn modelId="{C77AB4EE-4C74-4D5B-A730-1869B81DBB4F}" type="presOf" srcId="{3DCE7912-66C7-485E-B5F6-580E882D7B9F}" destId="{642F5577-4118-4DB0-9869-B67CF8800341}" srcOrd="0" destOrd="0" presId="urn:microsoft.com/office/officeart/2018/2/layout/IconCircleList"/>
    <dgm:cxn modelId="{A4268ED0-0771-4BD2-A53B-02B3C5EEDF12}" type="presParOf" srcId="{642F5577-4118-4DB0-9869-B67CF8800341}" destId="{EDC84A9C-5F59-4B62-8E98-95904A43158E}" srcOrd="0" destOrd="0" presId="urn:microsoft.com/office/officeart/2018/2/layout/IconCircleList"/>
    <dgm:cxn modelId="{CA403743-F882-439D-97FE-42AA80D61BD6}" type="presParOf" srcId="{EDC84A9C-5F59-4B62-8E98-95904A43158E}" destId="{114B5048-7274-4B02-9070-C49859562936}" srcOrd="0" destOrd="0" presId="urn:microsoft.com/office/officeart/2018/2/layout/IconCircleList"/>
    <dgm:cxn modelId="{9E3E0134-C2C6-40C3-9C53-92431C9FF904}" type="presParOf" srcId="{114B5048-7274-4B02-9070-C49859562936}" destId="{684D712C-FBCE-4847-9B1A-83FED51087A3}" srcOrd="0" destOrd="0" presId="urn:microsoft.com/office/officeart/2018/2/layout/IconCircleList"/>
    <dgm:cxn modelId="{6F673774-6AF3-4463-AA71-AD5C719872F4}" type="presParOf" srcId="{114B5048-7274-4B02-9070-C49859562936}" destId="{4760FECE-ED0B-4248-B60A-2F79209F4C14}" srcOrd="1" destOrd="0" presId="urn:microsoft.com/office/officeart/2018/2/layout/IconCircleList"/>
    <dgm:cxn modelId="{FF03FDE7-58C0-4C6C-B02B-1EA67AA99890}" type="presParOf" srcId="{114B5048-7274-4B02-9070-C49859562936}" destId="{2D17ADA7-7276-4527-92A6-5730B774F951}" srcOrd="2" destOrd="0" presId="urn:microsoft.com/office/officeart/2018/2/layout/IconCircleList"/>
    <dgm:cxn modelId="{6233BF51-D0D1-4F7B-BA0F-12C96E8EEF4B}" type="presParOf" srcId="{114B5048-7274-4B02-9070-C49859562936}" destId="{644CE5E6-9569-48A7-9CD0-E6D743FA32B0}" srcOrd="3" destOrd="0" presId="urn:microsoft.com/office/officeart/2018/2/layout/IconCircleList"/>
    <dgm:cxn modelId="{A099E58C-0206-4E26-9495-8B866BDD5AD7}" type="presParOf" srcId="{EDC84A9C-5F59-4B62-8E98-95904A43158E}" destId="{41B554FD-85E6-4C59-8DCC-BECAB710FD11}" srcOrd="1" destOrd="0" presId="urn:microsoft.com/office/officeart/2018/2/layout/IconCircleList"/>
    <dgm:cxn modelId="{25BFB3D0-0680-45FA-A571-D94815F3BFC6}" type="presParOf" srcId="{EDC84A9C-5F59-4B62-8E98-95904A43158E}" destId="{C0092141-0B12-4637-AB42-74EA572D9CED}" srcOrd="2" destOrd="0" presId="urn:microsoft.com/office/officeart/2018/2/layout/IconCircleList"/>
    <dgm:cxn modelId="{A56D7080-851E-49D2-BB72-802E6358E564}" type="presParOf" srcId="{C0092141-0B12-4637-AB42-74EA572D9CED}" destId="{DF795EA9-23BE-4FB9-8B42-0B959C1AAC01}" srcOrd="0" destOrd="0" presId="urn:microsoft.com/office/officeart/2018/2/layout/IconCircleList"/>
    <dgm:cxn modelId="{A6C351B9-36EE-4D5E-9153-399A524E137F}" type="presParOf" srcId="{C0092141-0B12-4637-AB42-74EA572D9CED}" destId="{1F8FD41E-6861-4912-B817-9AA1106979D8}" srcOrd="1" destOrd="0" presId="urn:microsoft.com/office/officeart/2018/2/layout/IconCircleList"/>
    <dgm:cxn modelId="{97EF8327-DBA5-433A-AEA1-E6D87A23BF1D}" type="presParOf" srcId="{C0092141-0B12-4637-AB42-74EA572D9CED}" destId="{AAFEB8B3-4F53-4657-9062-A12508FE39A7}" srcOrd="2" destOrd="0" presId="urn:microsoft.com/office/officeart/2018/2/layout/IconCircleList"/>
    <dgm:cxn modelId="{0C688F02-DD08-442E-A494-6514321D055B}" type="presParOf" srcId="{C0092141-0B12-4637-AB42-74EA572D9CED}" destId="{AD811F4A-05C7-4272-8C6F-269D7CF22DBA}" srcOrd="3" destOrd="0" presId="urn:microsoft.com/office/officeart/2018/2/layout/IconCircleList"/>
    <dgm:cxn modelId="{8CB0568B-C70B-4A55-ADA8-1451147A2CEA}" type="presParOf" srcId="{EDC84A9C-5F59-4B62-8E98-95904A43158E}" destId="{55A3CAA1-169B-47FB-8782-E9AA41E1AA5C}" srcOrd="3" destOrd="0" presId="urn:microsoft.com/office/officeart/2018/2/layout/IconCircleList"/>
    <dgm:cxn modelId="{C4D79FDE-A4B9-409B-BD87-F2C3300D9FE6}" type="presParOf" srcId="{EDC84A9C-5F59-4B62-8E98-95904A43158E}" destId="{BD6FE586-8DFE-4341-A89A-80AC1AB666A2}" srcOrd="4" destOrd="0" presId="urn:microsoft.com/office/officeart/2018/2/layout/IconCircleList"/>
    <dgm:cxn modelId="{71D0C182-D2C1-4245-92F2-1A0D479D4945}" type="presParOf" srcId="{BD6FE586-8DFE-4341-A89A-80AC1AB666A2}" destId="{41AC816B-7AAC-47A0-8E33-9B30A68DC9CC}" srcOrd="0" destOrd="0" presId="urn:microsoft.com/office/officeart/2018/2/layout/IconCircleList"/>
    <dgm:cxn modelId="{971635B5-CC8C-491F-8470-4527D4196AE2}" type="presParOf" srcId="{BD6FE586-8DFE-4341-A89A-80AC1AB666A2}" destId="{0825461B-6EC4-49E3-B89D-CA8FA7BEC8E6}" srcOrd="1" destOrd="0" presId="urn:microsoft.com/office/officeart/2018/2/layout/IconCircleList"/>
    <dgm:cxn modelId="{37BDFC8F-D530-4709-A023-FFB45B78C1D3}" type="presParOf" srcId="{BD6FE586-8DFE-4341-A89A-80AC1AB666A2}" destId="{B4CAAFEF-5D77-45BD-9D94-25DD34522390}" srcOrd="2" destOrd="0" presId="urn:microsoft.com/office/officeart/2018/2/layout/IconCircleList"/>
    <dgm:cxn modelId="{3103F64E-3190-46F6-9AD9-3D4B0FA8EA7D}" type="presParOf" srcId="{BD6FE586-8DFE-4341-A89A-80AC1AB666A2}" destId="{EC545E13-8643-4FD5-8990-D991E85AC33B}" srcOrd="3" destOrd="0" presId="urn:microsoft.com/office/officeart/2018/2/layout/IconCircleList"/>
    <dgm:cxn modelId="{9B2BC008-E4CF-46DD-95AC-91F344035800}" type="presParOf" srcId="{EDC84A9C-5F59-4B62-8E98-95904A43158E}" destId="{B4B936C2-D65F-46AD-9F45-643D146EBC02}" srcOrd="5" destOrd="0" presId="urn:microsoft.com/office/officeart/2018/2/layout/IconCircleList"/>
    <dgm:cxn modelId="{153B8061-5268-48A8-AC9A-074A5A1B0904}" type="presParOf" srcId="{EDC84A9C-5F59-4B62-8E98-95904A43158E}" destId="{D62733BE-2AF1-4CF7-BC33-1D5FB72DE73C}" srcOrd="6" destOrd="0" presId="urn:microsoft.com/office/officeart/2018/2/layout/IconCircleList"/>
    <dgm:cxn modelId="{63D1754C-6EA7-478B-A460-F76E26F16AB1}" type="presParOf" srcId="{D62733BE-2AF1-4CF7-BC33-1D5FB72DE73C}" destId="{C37BB01F-B0CE-4416-A48D-9DE4CBF7692B}" srcOrd="0" destOrd="0" presId="urn:microsoft.com/office/officeart/2018/2/layout/IconCircleList"/>
    <dgm:cxn modelId="{26BAB077-186F-4ABE-9A44-DDA32007B0CD}" type="presParOf" srcId="{D62733BE-2AF1-4CF7-BC33-1D5FB72DE73C}" destId="{C1B6C1D7-29E8-4E91-A24B-4FC7463F0ACC}" srcOrd="1" destOrd="0" presId="urn:microsoft.com/office/officeart/2018/2/layout/IconCircleList"/>
    <dgm:cxn modelId="{01FFFA6F-F311-48E3-BED1-0845069F3A25}" type="presParOf" srcId="{D62733BE-2AF1-4CF7-BC33-1D5FB72DE73C}" destId="{1361605D-2108-4EE2-822D-E1A2D7EB33F5}" srcOrd="2" destOrd="0" presId="urn:microsoft.com/office/officeart/2018/2/layout/IconCircleList"/>
    <dgm:cxn modelId="{A6528379-0D68-466B-9B0A-8E6D8661B281}" type="presParOf" srcId="{D62733BE-2AF1-4CF7-BC33-1D5FB72DE73C}" destId="{BD4EA348-327B-4C4E-81FB-CAC733F0FE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6E719A-4A08-43FF-9891-AB690037ED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703E01-81BF-4208-82FF-1DF842C8B8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Severe shortage of trained professionals and facilities nationwide.</a:t>
          </a:r>
        </a:p>
      </dgm:t>
    </dgm:pt>
    <dgm:pt modelId="{92CF2A47-0DAA-431F-8047-F127FD883935}" type="parTrans" cxnId="{163DEC53-E23B-4A22-931E-A203269B5F80}">
      <dgm:prSet/>
      <dgm:spPr/>
      <dgm:t>
        <a:bodyPr/>
        <a:lstStyle/>
        <a:p>
          <a:endParaRPr lang="en-US"/>
        </a:p>
      </dgm:t>
    </dgm:pt>
    <dgm:pt modelId="{D2688FA0-5346-47C3-83FA-12A19264DA2E}" type="sibTrans" cxnId="{163DEC53-E23B-4A22-931E-A203269B5F80}">
      <dgm:prSet/>
      <dgm:spPr/>
      <dgm:t>
        <a:bodyPr/>
        <a:lstStyle/>
        <a:p>
          <a:endParaRPr lang="en-US"/>
        </a:p>
      </dgm:t>
    </dgm:pt>
    <dgm:pt modelId="{E1E86DF8-0E05-4AC1-A431-983010B141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urban–rural disparities; Dhaka and Chattogram dominate access.</a:t>
          </a:r>
        </a:p>
      </dgm:t>
    </dgm:pt>
    <dgm:pt modelId="{46082408-8CED-4599-AABD-59CD2A3D62CC}" type="parTrans" cxnId="{18062BCB-7644-492C-B2D1-1CBBD4B1EB07}">
      <dgm:prSet/>
      <dgm:spPr/>
      <dgm:t>
        <a:bodyPr/>
        <a:lstStyle/>
        <a:p>
          <a:endParaRPr lang="en-US"/>
        </a:p>
      </dgm:t>
    </dgm:pt>
    <dgm:pt modelId="{35298180-67AD-486C-AB3E-AD13EE54B047}" type="sibTrans" cxnId="{18062BCB-7644-492C-B2D1-1CBBD4B1EB07}">
      <dgm:prSet/>
      <dgm:spPr/>
      <dgm:t>
        <a:bodyPr/>
        <a:lstStyle/>
        <a:p>
          <a:endParaRPr lang="en-US"/>
        </a:p>
      </dgm:t>
    </dgm:pt>
    <dgm:pt modelId="{7BA70568-D442-4764-A6AD-52BF75F47A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Private sector leads facility provision, raising affordability concerns.</a:t>
          </a:r>
        </a:p>
      </dgm:t>
    </dgm:pt>
    <dgm:pt modelId="{16AC1140-1EE7-48B2-866F-1E72A13AC1D4}" type="parTrans" cxnId="{0C7614BB-681C-478C-B9C0-5CD40F8EECEA}">
      <dgm:prSet/>
      <dgm:spPr/>
      <dgm:t>
        <a:bodyPr/>
        <a:lstStyle/>
        <a:p>
          <a:endParaRPr lang="en-US"/>
        </a:p>
      </dgm:t>
    </dgm:pt>
    <dgm:pt modelId="{2661D821-4FDA-4941-ACF8-50C56DF2D622}" type="sibTrans" cxnId="{0C7614BB-681C-478C-B9C0-5CD40F8EECEA}">
      <dgm:prSet/>
      <dgm:spPr/>
      <dgm:t>
        <a:bodyPr/>
        <a:lstStyle/>
        <a:p>
          <a:endParaRPr lang="en-US"/>
        </a:p>
      </dgm:t>
    </dgm:pt>
    <dgm:pt modelId="{2C0FF95A-FBBD-4AD3-B743-4B0023F097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 shows facilities increase with population, but remain insufficient.</a:t>
          </a:r>
        </a:p>
      </dgm:t>
    </dgm:pt>
    <dgm:pt modelId="{B766C6BF-4F55-49DE-A91E-126D308F5466}" type="parTrans" cxnId="{7DEC43F0-FED3-4702-BE24-DF61506FA17E}">
      <dgm:prSet/>
      <dgm:spPr/>
      <dgm:t>
        <a:bodyPr/>
        <a:lstStyle/>
        <a:p>
          <a:endParaRPr lang="en-US"/>
        </a:p>
      </dgm:t>
    </dgm:pt>
    <dgm:pt modelId="{21035DD3-F043-4706-AD75-09893EDF9147}" type="sibTrans" cxnId="{7DEC43F0-FED3-4702-BE24-DF61506FA17E}">
      <dgm:prSet/>
      <dgm:spPr/>
      <dgm:t>
        <a:bodyPr/>
        <a:lstStyle/>
        <a:p>
          <a:endParaRPr lang="en-US"/>
        </a:p>
      </dgm:t>
    </dgm:pt>
    <dgm:pt modelId="{5F889873-46E9-4587-A463-DC256B178FCE}" type="pres">
      <dgm:prSet presAssocID="{7B6E719A-4A08-43FF-9891-AB690037ED14}" presName="root" presStyleCnt="0">
        <dgm:presLayoutVars>
          <dgm:dir/>
          <dgm:resizeHandles val="exact"/>
        </dgm:presLayoutVars>
      </dgm:prSet>
      <dgm:spPr/>
    </dgm:pt>
    <dgm:pt modelId="{C10D6DE2-788C-435B-ACFC-65605106EF7D}" type="pres">
      <dgm:prSet presAssocID="{85703E01-81BF-4208-82FF-1DF842C8B870}" presName="compNode" presStyleCnt="0"/>
      <dgm:spPr/>
    </dgm:pt>
    <dgm:pt modelId="{AC061E78-B026-489F-A7B1-AC0B03F84726}" type="pres">
      <dgm:prSet presAssocID="{85703E01-81BF-4208-82FF-1DF842C8B870}" presName="bgRect" presStyleLbl="bgShp" presStyleIdx="0" presStyleCnt="4"/>
      <dgm:spPr/>
    </dgm:pt>
    <dgm:pt modelId="{DE2C0F13-3009-44A9-8080-BA7EDF16F256}" type="pres">
      <dgm:prSet presAssocID="{85703E01-81BF-4208-82FF-1DF842C8B8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7770434A-21FE-407D-937F-137E0D7A90E8}" type="pres">
      <dgm:prSet presAssocID="{85703E01-81BF-4208-82FF-1DF842C8B870}" presName="spaceRect" presStyleCnt="0"/>
      <dgm:spPr/>
    </dgm:pt>
    <dgm:pt modelId="{6E6E9B33-D133-465E-B292-AAD6CDAD73E7}" type="pres">
      <dgm:prSet presAssocID="{85703E01-81BF-4208-82FF-1DF842C8B870}" presName="parTx" presStyleLbl="revTx" presStyleIdx="0" presStyleCnt="4">
        <dgm:presLayoutVars>
          <dgm:chMax val="0"/>
          <dgm:chPref val="0"/>
        </dgm:presLayoutVars>
      </dgm:prSet>
      <dgm:spPr/>
    </dgm:pt>
    <dgm:pt modelId="{09A6290E-1C99-4AF7-98E6-F0826F0D7375}" type="pres">
      <dgm:prSet presAssocID="{D2688FA0-5346-47C3-83FA-12A19264DA2E}" presName="sibTrans" presStyleCnt="0"/>
      <dgm:spPr/>
    </dgm:pt>
    <dgm:pt modelId="{E839E0F2-21D9-494F-BFBD-E438592DB11C}" type="pres">
      <dgm:prSet presAssocID="{E1E86DF8-0E05-4AC1-A431-983010B14143}" presName="compNode" presStyleCnt="0"/>
      <dgm:spPr/>
    </dgm:pt>
    <dgm:pt modelId="{C239139A-FE0C-491A-B4DE-06C95FCC335B}" type="pres">
      <dgm:prSet presAssocID="{E1E86DF8-0E05-4AC1-A431-983010B14143}" presName="bgRect" presStyleLbl="bgShp" presStyleIdx="1" presStyleCnt="4"/>
      <dgm:spPr/>
    </dgm:pt>
    <dgm:pt modelId="{4A698C59-E1C3-4264-96FC-986713054660}" type="pres">
      <dgm:prSet presAssocID="{E1E86DF8-0E05-4AC1-A431-983010B141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29E971B3-2F7A-4F0F-86EF-5A8D8BEE0D32}" type="pres">
      <dgm:prSet presAssocID="{E1E86DF8-0E05-4AC1-A431-983010B14143}" presName="spaceRect" presStyleCnt="0"/>
      <dgm:spPr/>
    </dgm:pt>
    <dgm:pt modelId="{C7464A4C-C175-449B-BA0B-24A777E059BD}" type="pres">
      <dgm:prSet presAssocID="{E1E86DF8-0E05-4AC1-A431-983010B14143}" presName="parTx" presStyleLbl="revTx" presStyleIdx="1" presStyleCnt="4">
        <dgm:presLayoutVars>
          <dgm:chMax val="0"/>
          <dgm:chPref val="0"/>
        </dgm:presLayoutVars>
      </dgm:prSet>
      <dgm:spPr/>
    </dgm:pt>
    <dgm:pt modelId="{FEFA5232-C74D-4990-8EFA-FD507D117B23}" type="pres">
      <dgm:prSet presAssocID="{35298180-67AD-486C-AB3E-AD13EE54B047}" presName="sibTrans" presStyleCnt="0"/>
      <dgm:spPr/>
    </dgm:pt>
    <dgm:pt modelId="{43E4F85B-2535-49E9-9579-773BF4C0AC74}" type="pres">
      <dgm:prSet presAssocID="{7BA70568-D442-4764-A6AD-52BF75F47ADB}" presName="compNode" presStyleCnt="0"/>
      <dgm:spPr/>
    </dgm:pt>
    <dgm:pt modelId="{661A6637-EB23-4C9A-8FC5-89A5491968E5}" type="pres">
      <dgm:prSet presAssocID="{7BA70568-D442-4764-A6AD-52BF75F47ADB}" presName="bgRect" presStyleLbl="bgShp" presStyleIdx="2" presStyleCnt="4"/>
      <dgm:spPr/>
    </dgm:pt>
    <dgm:pt modelId="{37E13AE6-61AB-40C1-96BD-C1F737462141}" type="pres">
      <dgm:prSet presAssocID="{7BA70568-D442-4764-A6AD-52BF75F47A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666CAA4-52F5-4CC3-A258-C043CDEEC6E2}" type="pres">
      <dgm:prSet presAssocID="{7BA70568-D442-4764-A6AD-52BF75F47ADB}" presName="spaceRect" presStyleCnt="0"/>
      <dgm:spPr/>
    </dgm:pt>
    <dgm:pt modelId="{87B84C8F-13E3-434E-9552-08744FF8BCEF}" type="pres">
      <dgm:prSet presAssocID="{7BA70568-D442-4764-A6AD-52BF75F47ADB}" presName="parTx" presStyleLbl="revTx" presStyleIdx="2" presStyleCnt="4">
        <dgm:presLayoutVars>
          <dgm:chMax val="0"/>
          <dgm:chPref val="0"/>
        </dgm:presLayoutVars>
      </dgm:prSet>
      <dgm:spPr/>
    </dgm:pt>
    <dgm:pt modelId="{5CC082EF-A54E-4FA9-8E81-45055C02012F}" type="pres">
      <dgm:prSet presAssocID="{2661D821-4FDA-4941-ACF8-50C56DF2D622}" presName="sibTrans" presStyleCnt="0"/>
      <dgm:spPr/>
    </dgm:pt>
    <dgm:pt modelId="{00C37DC8-B8F8-4E8E-8637-A9FCBFB5A3DC}" type="pres">
      <dgm:prSet presAssocID="{2C0FF95A-FBBD-4AD3-B743-4B0023F097C6}" presName="compNode" presStyleCnt="0"/>
      <dgm:spPr/>
    </dgm:pt>
    <dgm:pt modelId="{56AA01E2-76F8-4604-9EC0-2F577A71BB53}" type="pres">
      <dgm:prSet presAssocID="{2C0FF95A-FBBD-4AD3-B743-4B0023F097C6}" presName="bgRect" presStyleLbl="bgShp" presStyleIdx="3" presStyleCnt="4"/>
      <dgm:spPr/>
    </dgm:pt>
    <dgm:pt modelId="{F92AB54D-D0F8-4831-8D69-C41AE77F4D9B}" type="pres">
      <dgm:prSet presAssocID="{2C0FF95A-FBBD-4AD3-B743-4B0023F097C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6407DAC3-4FE9-4B46-B794-9E654469AC3C}" type="pres">
      <dgm:prSet presAssocID="{2C0FF95A-FBBD-4AD3-B743-4B0023F097C6}" presName="spaceRect" presStyleCnt="0"/>
      <dgm:spPr/>
    </dgm:pt>
    <dgm:pt modelId="{EC13CEA9-C1B3-40FC-B954-2DA082BB2D18}" type="pres">
      <dgm:prSet presAssocID="{2C0FF95A-FBBD-4AD3-B743-4B0023F097C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BFA7424-D6C2-4629-A45D-97CF8AC05A8A}" type="presOf" srcId="{7BA70568-D442-4764-A6AD-52BF75F47ADB}" destId="{87B84C8F-13E3-434E-9552-08744FF8BCEF}" srcOrd="0" destOrd="0" presId="urn:microsoft.com/office/officeart/2018/2/layout/IconVerticalSolidList"/>
    <dgm:cxn modelId="{32BC3B3F-C687-4A23-9B2E-E21AE3E80698}" type="presOf" srcId="{2C0FF95A-FBBD-4AD3-B743-4B0023F097C6}" destId="{EC13CEA9-C1B3-40FC-B954-2DA082BB2D18}" srcOrd="0" destOrd="0" presId="urn:microsoft.com/office/officeart/2018/2/layout/IconVerticalSolidList"/>
    <dgm:cxn modelId="{67EB545E-ACB8-44E9-9ED4-04806871632C}" type="presOf" srcId="{85703E01-81BF-4208-82FF-1DF842C8B870}" destId="{6E6E9B33-D133-465E-B292-AAD6CDAD73E7}" srcOrd="0" destOrd="0" presId="urn:microsoft.com/office/officeart/2018/2/layout/IconVerticalSolidList"/>
    <dgm:cxn modelId="{E0D17645-B4F6-45F9-9FF9-C9DEDF2B7B73}" type="presOf" srcId="{E1E86DF8-0E05-4AC1-A431-983010B14143}" destId="{C7464A4C-C175-449B-BA0B-24A777E059BD}" srcOrd="0" destOrd="0" presId="urn:microsoft.com/office/officeart/2018/2/layout/IconVerticalSolidList"/>
    <dgm:cxn modelId="{163DEC53-E23B-4A22-931E-A203269B5F80}" srcId="{7B6E719A-4A08-43FF-9891-AB690037ED14}" destId="{85703E01-81BF-4208-82FF-1DF842C8B870}" srcOrd="0" destOrd="0" parTransId="{92CF2A47-0DAA-431F-8047-F127FD883935}" sibTransId="{D2688FA0-5346-47C3-83FA-12A19264DA2E}"/>
    <dgm:cxn modelId="{76C7ECA8-BF2F-45D0-9E23-38CA838CD62B}" type="presOf" srcId="{7B6E719A-4A08-43FF-9891-AB690037ED14}" destId="{5F889873-46E9-4587-A463-DC256B178FCE}" srcOrd="0" destOrd="0" presId="urn:microsoft.com/office/officeart/2018/2/layout/IconVerticalSolidList"/>
    <dgm:cxn modelId="{0C7614BB-681C-478C-B9C0-5CD40F8EECEA}" srcId="{7B6E719A-4A08-43FF-9891-AB690037ED14}" destId="{7BA70568-D442-4764-A6AD-52BF75F47ADB}" srcOrd="2" destOrd="0" parTransId="{16AC1140-1EE7-48B2-866F-1E72A13AC1D4}" sibTransId="{2661D821-4FDA-4941-ACF8-50C56DF2D622}"/>
    <dgm:cxn modelId="{18062BCB-7644-492C-B2D1-1CBBD4B1EB07}" srcId="{7B6E719A-4A08-43FF-9891-AB690037ED14}" destId="{E1E86DF8-0E05-4AC1-A431-983010B14143}" srcOrd="1" destOrd="0" parTransId="{46082408-8CED-4599-AABD-59CD2A3D62CC}" sibTransId="{35298180-67AD-486C-AB3E-AD13EE54B047}"/>
    <dgm:cxn modelId="{7DEC43F0-FED3-4702-BE24-DF61506FA17E}" srcId="{7B6E719A-4A08-43FF-9891-AB690037ED14}" destId="{2C0FF95A-FBBD-4AD3-B743-4B0023F097C6}" srcOrd="3" destOrd="0" parTransId="{B766C6BF-4F55-49DE-A91E-126D308F5466}" sibTransId="{21035DD3-F043-4706-AD75-09893EDF9147}"/>
    <dgm:cxn modelId="{ACA8EA35-1705-4DD6-8D7A-A7559DE438AB}" type="presParOf" srcId="{5F889873-46E9-4587-A463-DC256B178FCE}" destId="{C10D6DE2-788C-435B-ACFC-65605106EF7D}" srcOrd="0" destOrd="0" presId="urn:microsoft.com/office/officeart/2018/2/layout/IconVerticalSolidList"/>
    <dgm:cxn modelId="{4667C937-AEE3-4A1B-9B5F-E6F73C824DC5}" type="presParOf" srcId="{C10D6DE2-788C-435B-ACFC-65605106EF7D}" destId="{AC061E78-B026-489F-A7B1-AC0B03F84726}" srcOrd="0" destOrd="0" presId="urn:microsoft.com/office/officeart/2018/2/layout/IconVerticalSolidList"/>
    <dgm:cxn modelId="{95A9E28F-B3D0-4EB9-B8A3-8C8E525AA1FF}" type="presParOf" srcId="{C10D6DE2-788C-435B-ACFC-65605106EF7D}" destId="{DE2C0F13-3009-44A9-8080-BA7EDF16F256}" srcOrd="1" destOrd="0" presId="urn:microsoft.com/office/officeart/2018/2/layout/IconVerticalSolidList"/>
    <dgm:cxn modelId="{5FE3AE1A-2E70-401C-B5D1-C14C2FA4E1E0}" type="presParOf" srcId="{C10D6DE2-788C-435B-ACFC-65605106EF7D}" destId="{7770434A-21FE-407D-937F-137E0D7A90E8}" srcOrd="2" destOrd="0" presId="urn:microsoft.com/office/officeart/2018/2/layout/IconVerticalSolidList"/>
    <dgm:cxn modelId="{E4DE3ACF-0F9B-49CA-9D4D-9662AF4FA0C0}" type="presParOf" srcId="{C10D6DE2-788C-435B-ACFC-65605106EF7D}" destId="{6E6E9B33-D133-465E-B292-AAD6CDAD73E7}" srcOrd="3" destOrd="0" presId="urn:microsoft.com/office/officeart/2018/2/layout/IconVerticalSolidList"/>
    <dgm:cxn modelId="{6355062A-4683-4C48-B633-A7FF0E64F42F}" type="presParOf" srcId="{5F889873-46E9-4587-A463-DC256B178FCE}" destId="{09A6290E-1C99-4AF7-98E6-F0826F0D7375}" srcOrd="1" destOrd="0" presId="urn:microsoft.com/office/officeart/2018/2/layout/IconVerticalSolidList"/>
    <dgm:cxn modelId="{5B3FD0C7-FBC2-4088-A14F-82611F6988E5}" type="presParOf" srcId="{5F889873-46E9-4587-A463-DC256B178FCE}" destId="{E839E0F2-21D9-494F-BFBD-E438592DB11C}" srcOrd="2" destOrd="0" presId="urn:microsoft.com/office/officeart/2018/2/layout/IconVerticalSolidList"/>
    <dgm:cxn modelId="{563C4B38-6F2B-4AD5-8904-CE29D81EFB82}" type="presParOf" srcId="{E839E0F2-21D9-494F-BFBD-E438592DB11C}" destId="{C239139A-FE0C-491A-B4DE-06C95FCC335B}" srcOrd="0" destOrd="0" presId="urn:microsoft.com/office/officeart/2018/2/layout/IconVerticalSolidList"/>
    <dgm:cxn modelId="{AC4DEA1C-83C1-49F7-8DF4-D41A91A0FC18}" type="presParOf" srcId="{E839E0F2-21D9-494F-BFBD-E438592DB11C}" destId="{4A698C59-E1C3-4264-96FC-986713054660}" srcOrd="1" destOrd="0" presId="urn:microsoft.com/office/officeart/2018/2/layout/IconVerticalSolidList"/>
    <dgm:cxn modelId="{DD4481C9-0ED6-4EA6-9A16-FB1EC0A2C0EE}" type="presParOf" srcId="{E839E0F2-21D9-494F-BFBD-E438592DB11C}" destId="{29E971B3-2F7A-4F0F-86EF-5A8D8BEE0D32}" srcOrd="2" destOrd="0" presId="urn:microsoft.com/office/officeart/2018/2/layout/IconVerticalSolidList"/>
    <dgm:cxn modelId="{22AE623F-55DA-4D28-8DF0-7E184555DB7A}" type="presParOf" srcId="{E839E0F2-21D9-494F-BFBD-E438592DB11C}" destId="{C7464A4C-C175-449B-BA0B-24A777E059BD}" srcOrd="3" destOrd="0" presId="urn:microsoft.com/office/officeart/2018/2/layout/IconVerticalSolidList"/>
    <dgm:cxn modelId="{59526BAB-CDC2-41B1-B445-BC5307F6C5AB}" type="presParOf" srcId="{5F889873-46E9-4587-A463-DC256B178FCE}" destId="{FEFA5232-C74D-4990-8EFA-FD507D117B23}" srcOrd="3" destOrd="0" presId="urn:microsoft.com/office/officeart/2018/2/layout/IconVerticalSolidList"/>
    <dgm:cxn modelId="{11F054F5-7A5A-438B-8A76-0115941A08E0}" type="presParOf" srcId="{5F889873-46E9-4587-A463-DC256B178FCE}" destId="{43E4F85B-2535-49E9-9579-773BF4C0AC74}" srcOrd="4" destOrd="0" presId="urn:microsoft.com/office/officeart/2018/2/layout/IconVerticalSolidList"/>
    <dgm:cxn modelId="{450120A3-80A4-415E-B54F-A166E7F4D11B}" type="presParOf" srcId="{43E4F85B-2535-49E9-9579-773BF4C0AC74}" destId="{661A6637-EB23-4C9A-8FC5-89A5491968E5}" srcOrd="0" destOrd="0" presId="urn:microsoft.com/office/officeart/2018/2/layout/IconVerticalSolidList"/>
    <dgm:cxn modelId="{031E9BEB-FC96-400B-A55D-CA187CD63ABE}" type="presParOf" srcId="{43E4F85B-2535-49E9-9579-773BF4C0AC74}" destId="{37E13AE6-61AB-40C1-96BD-C1F737462141}" srcOrd="1" destOrd="0" presId="urn:microsoft.com/office/officeart/2018/2/layout/IconVerticalSolidList"/>
    <dgm:cxn modelId="{E67789D6-8FD9-49E0-9426-0AFAD835F500}" type="presParOf" srcId="{43E4F85B-2535-49E9-9579-773BF4C0AC74}" destId="{8666CAA4-52F5-4CC3-A258-C043CDEEC6E2}" srcOrd="2" destOrd="0" presId="urn:microsoft.com/office/officeart/2018/2/layout/IconVerticalSolidList"/>
    <dgm:cxn modelId="{B674367B-6BD0-4893-8268-30D60D4EF70E}" type="presParOf" srcId="{43E4F85B-2535-49E9-9579-773BF4C0AC74}" destId="{87B84C8F-13E3-434E-9552-08744FF8BCEF}" srcOrd="3" destOrd="0" presId="urn:microsoft.com/office/officeart/2018/2/layout/IconVerticalSolidList"/>
    <dgm:cxn modelId="{5CB4FEAF-1C78-4310-9349-A8015553FBEC}" type="presParOf" srcId="{5F889873-46E9-4587-A463-DC256B178FCE}" destId="{5CC082EF-A54E-4FA9-8E81-45055C02012F}" srcOrd="5" destOrd="0" presId="urn:microsoft.com/office/officeart/2018/2/layout/IconVerticalSolidList"/>
    <dgm:cxn modelId="{869ABABF-2768-435A-BABB-B3755E3A4D9A}" type="presParOf" srcId="{5F889873-46E9-4587-A463-DC256B178FCE}" destId="{00C37DC8-B8F8-4E8E-8637-A9FCBFB5A3DC}" srcOrd="6" destOrd="0" presId="urn:microsoft.com/office/officeart/2018/2/layout/IconVerticalSolidList"/>
    <dgm:cxn modelId="{63591B96-C74E-4FF3-9F07-17F4844AE12A}" type="presParOf" srcId="{00C37DC8-B8F8-4E8E-8637-A9FCBFB5A3DC}" destId="{56AA01E2-76F8-4604-9EC0-2F577A71BB53}" srcOrd="0" destOrd="0" presId="urn:microsoft.com/office/officeart/2018/2/layout/IconVerticalSolidList"/>
    <dgm:cxn modelId="{CE6B3941-EB55-4FAF-89D7-371C1C14E1DE}" type="presParOf" srcId="{00C37DC8-B8F8-4E8E-8637-A9FCBFB5A3DC}" destId="{F92AB54D-D0F8-4831-8D69-C41AE77F4D9B}" srcOrd="1" destOrd="0" presId="urn:microsoft.com/office/officeart/2018/2/layout/IconVerticalSolidList"/>
    <dgm:cxn modelId="{3A1B5298-6599-46B6-A262-B4D8F03B4D1C}" type="presParOf" srcId="{00C37DC8-B8F8-4E8E-8637-A9FCBFB5A3DC}" destId="{6407DAC3-4FE9-4B46-B794-9E654469AC3C}" srcOrd="2" destOrd="0" presId="urn:microsoft.com/office/officeart/2018/2/layout/IconVerticalSolidList"/>
    <dgm:cxn modelId="{C32B18BA-C17F-44B5-81EC-D6F4C419A040}" type="presParOf" srcId="{00C37DC8-B8F8-4E8E-8637-A9FCBFB5A3DC}" destId="{EC13CEA9-C1B3-40FC-B954-2DA082BB2D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81D560-CF48-4BBD-A16E-0DA93CEF621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A18376-6550-47B9-BA5A-85C15E087665}">
      <dgm:prSet/>
      <dgm:spPr/>
      <dgm:t>
        <a:bodyPr/>
        <a:lstStyle/>
        <a:p>
          <a:r>
            <a:rPr lang="en-US"/>
            <a:t>[1] World Health Organization, </a:t>
          </a:r>
          <a:r>
            <a:rPr lang="en-US" i="1"/>
            <a:t>Mental Health Atlas 2025</a:t>
          </a:r>
          <a:r>
            <a:rPr lang="en-US"/>
            <a:t>, Geneva, Switzerland: WHO Press, 2025.</a:t>
          </a:r>
        </a:p>
      </dgm:t>
    </dgm:pt>
    <dgm:pt modelId="{BF244F44-7731-4D86-983B-A809081D7E18}" type="parTrans" cxnId="{828108F8-DA85-4D80-B29C-6D26D7D0274F}">
      <dgm:prSet/>
      <dgm:spPr/>
      <dgm:t>
        <a:bodyPr/>
        <a:lstStyle/>
        <a:p>
          <a:endParaRPr lang="en-US"/>
        </a:p>
      </dgm:t>
    </dgm:pt>
    <dgm:pt modelId="{58767262-19FA-469D-B12A-2FE86B2DD9A3}" type="sibTrans" cxnId="{828108F8-DA85-4D80-B29C-6D26D7D0274F}">
      <dgm:prSet/>
      <dgm:spPr/>
      <dgm:t>
        <a:bodyPr/>
        <a:lstStyle/>
        <a:p>
          <a:endParaRPr lang="en-US"/>
        </a:p>
      </dgm:t>
    </dgm:pt>
    <dgm:pt modelId="{D59D0E73-C527-4ECB-8668-3D5F39A0DDAA}">
      <dgm:prSet/>
      <dgm:spPr/>
      <dgm:t>
        <a:bodyPr/>
        <a:lstStyle/>
        <a:p>
          <a:r>
            <a:rPr lang="en-US"/>
            <a:t>[2] Government of Bangladesh, </a:t>
          </a:r>
          <a:r>
            <a:rPr lang="en-US" i="1"/>
            <a:t>National Mental Health Survey of Bangladesh</a:t>
          </a:r>
          <a:r>
            <a:rPr lang="en-US"/>
            <a:t>, Dhaka, Bangladesh: Ministry of Health and Family Welfare, 2025.</a:t>
          </a:r>
        </a:p>
      </dgm:t>
    </dgm:pt>
    <dgm:pt modelId="{4F229312-4A50-4107-8446-CD8A9E23C05B}" type="parTrans" cxnId="{4EC9288C-75BB-45EB-91EA-CF374CD584D7}">
      <dgm:prSet/>
      <dgm:spPr/>
      <dgm:t>
        <a:bodyPr/>
        <a:lstStyle/>
        <a:p>
          <a:endParaRPr lang="en-US"/>
        </a:p>
      </dgm:t>
    </dgm:pt>
    <dgm:pt modelId="{1DDF0094-1A30-46DC-AD13-973306270DC9}" type="sibTrans" cxnId="{4EC9288C-75BB-45EB-91EA-CF374CD584D7}">
      <dgm:prSet/>
      <dgm:spPr/>
      <dgm:t>
        <a:bodyPr/>
        <a:lstStyle/>
        <a:p>
          <a:endParaRPr lang="en-US"/>
        </a:p>
      </dgm:t>
    </dgm:pt>
    <dgm:pt modelId="{320C9001-2F92-4F79-88AE-CCBA05054FEE}">
      <dgm:prSet/>
      <dgm:spPr/>
      <dgm:t>
        <a:bodyPr/>
        <a:lstStyle/>
        <a:p>
          <a:r>
            <a:rPr lang="en-US"/>
            <a:t>[3] World Bank, </a:t>
          </a:r>
          <a:r>
            <a:rPr lang="en-US" i="1"/>
            <a:t>Mental Health Financing in Low- and Middle-Income Countries</a:t>
          </a:r>
          <a:r>
            <a:rPr lang="en-US"/>
            <a:t>, Washington, DC, USA: World Bank Publications, 2024.</a:t>
          </a:r>
        </a:p>
      </dgm:t>
    </dgm:pt>
    <dgm:pt modelId="{118AD4FF-8341-4957-BE19-7CF258A9CC9D}" type="parTrans" cxnId="{6D9D5AD1-C0B5-4C98-85C5-CE2B8A7C5EB7}">
      <dgm:prSet/>
      <dgm:spPr/>
      <dgm:t>
        <a:bodyPr/>
        <a:lstStyle/>
        <a:p>
          <a:endParaRPr lang="en-US"/>
        </a:p>
      </dgm:t>
    </dgm:pt>
    <dgm:pt modelId="{26DE824F-F176-48D8-84E1-7AD48B5780F2}" type="sibTrans" cxnId="{6D9D5AD1-C0B5-4C98-85C5-CE2B8A7C5EB7}">
      <dgm:prSet/>
      <dgm:spPr/>
      <dgm:t>
        <a:bodyPr/>
        <a:lstStyle/>
        <a:p>
          <a:endParaRPr lang="en-US"/>
        </a:p>
      </dgm:t>
    </dgm:pt>
    <dgm:pt modelId="{212E2E5E-FF8C-4018-B8BF-B3FA8842087B}">
      <dgm:prSet/>
      <dgm:spPr/>
      <dgm:t>
        <a:bodyPr/>
        <a:lstStyle/>
        <a:p>
          <a:r>
            <a:rPr lang="en-US"/>
            <a:t>[4] World Health Organization, </a:t>
          </a:r>
          <a:r>
            <a:rPr lang="en-US" i="1"/>
            <a:t>WHO Special Initiative for Mental Health (2019–2023): Universal Health Coverage for Mental Health</a:t>
          </a:r>
          <a:r>
            <a:rPr lang="en-US"/>
            <a:t>, Geneva, Switzerland: WHO, 2023.</a:t>
          </a:r>
        </a:p>
      </dgm:t>
    </dgm:pt>
    <dgm:pt modelId="{D4B213D6-5FF7-4F40-81F1-43678CCBFF33}" type="parTrans" cxnId="{20F8116A-7404-45EB-BB8C-25454C792E5B}">
      <dgm:prSet/>
      <dgm:spPr/>
      <dgm:t>
        <a:bodyPr/>
        <a:lstStyle/>
        <a:p>
          <a:endParaRPr lang="en-US"/>
        </a:p>
      </dgm:t>
    </dgm:pt>
    <dgm:pt modelId="{8B342F4C-21FE-41C8-8354-155B3781A370}" type="sibTrans" cxnId="{20F8116A-7404-45EB-BB8C-25454C792E5B}">
      <dgm:prSet/>
      <dgm:spPr/>
      <dgm:t>
        <a:bodyPr/>
        <a:lstStyle/>
        <a:p>
          <a:endParaRPr lang="en-US"/>
        </a:p>
      </dgm:t>
    </dgm:pt>
    <dgm:pt modelId="{B4266F8C-0BBA-4C7C-8D4A-91FFCEF68CD5}">
      <dgm:prSet/>
      <dgm:spPr/>
      <dgm:t>
        <a:bodyPr/>
        <a:lstStyle/>
        <a:p>
          <a:r>
            <a:rPr lang="en-US"/>
            <a:t>[5] H. Patel, S. Saxena, and V. Lund, “Addressing the burden of mental disorders in low-income countries,” </a:t>
          </a:r>
          <a:r>
            <a:rPr lang="en-US" i="1"/>
            <a:t>The Lancet Psychiatry</a:t>
          </a:r>
          <a:r>
            <a:rPr lang="en-US"/>
            <a:t>, vol. 8, no. 3, pp. 234–242, 2021.</a:t>
          </a:r>
        </a:p>
      </dgm:t>
    </dgm:pt>
    <dgm:pt modelId="{235B8B8E-2BBA-4543-91A9-C3D69AD92E82}" type="parTrans" cxnId="{83BFB86F-D24B-451C-B9B7-003525BE2587}">
      <dgm:prSet/>
      <dgm:spPr/>
      <dgm:t>
        <a:bodyPr/>
        <a:lstStyle/>
        <a:p>
          <a:endParaRPr lang="en-US"/>
        </a:p>
      </dgm:t>
    </dgm:pt>
    <dgm:pt modelId="{FA7D73C5-ADFD-48AB-9987-F266D45026E4}" type="sibTrans" cxnId="{83BFB86F-D24B-451C-B9B7-003525BE2587}">
      <dgm:prSet/>
      <dgm:spPr/>
      <dgm:t>
        <a:bodyPr/>
        <a:lstStyle/>
        <a:p>
          <a:endParaRPr lang="en-US"/>
        </a:p>
      </dgm:t>
    </dgm:pt>
    <dgm:pt modelId="{53B58F98-EEDC-4EC5-B2F2-5591D52E210D}" type="pres">
      <dgm:prSet presAssocID="{1881D560-CF48-4BBD-A16E-0DA93CEF6212}" presName="outerComposite" presStyleCnt="0">
        <dgm:presLayoutVars>
          <dgm:chMax val="5"/>
          <dgm:dir/>
          <dgm:resizeHandles val="exact"/>
        </dgm:presLayoutVars>
      </dgm:prSet>
      <dgm:spPr/>
    </dgm:pt>
    <dgm:pt modelId="{3058509D-1BA4-4431-BB11-CA881050BF39}" type="pres">
      <dgm:prSet presAssocID="{1881D560-CF48-4BBD-A16E-0DA93CEF6212}" presName="dummyMaxCanvas" presStyleCnt="0">
        <dgm:presLayoutVars/>
      </dgm:prSet>
      <dgm:spPr/>
    </dgm:pt>
    <dgm:pt modelId="{4022555E-8F4C-4087-BB25-263B41E62D7B}" type="pres">
      <dgm:prSet presAssocID="{1881D560-CF48-4BBD-A16E-0DA93CEF6212}" presName="FiveNodes_1" presStyleLbl="node1" presStyleIdx="0" presStyleCnt="5">
        <dgm:presLayoutVars>
          <dgm:bulletEnabled val="1"/>
        </dgm:presLayoutVars>
      </dgm:prSet>
      <dgm:spPr/>
    </dgm:pt>
    <dgm:pt modelId="{1540BFF8-C8AF-4B99-A46F-128953CCFC9C}" type="pres">
      <dgm:prSet presAssocID="{1881D560-CF48-4BBD-A16E-0DA93CEF6212}" presName="FiveNodes_2" presStyleLbl="node1" presStyleIdx="1" presStyleCnt="5">
        <dgm:presLayoutVars>
          <dgm:bulletEnabled val="1"/>
        </dgm:presLayoutVars>
      </dgm:prSet>
      <dgm:spPr/>
    </dgm:pt>
    <dgm:pt modelId="{0411F6DE-94BF-432C-B76A-DDBA12609BFB}" type="pres">
      <dgm:prSet presAssocID="{1881D560-CF48-4BBD-A16E-0DA93CEF6212}" presName="FiveNodes_3" presStyleLbl="node1" presStyleIdx="2" presStyleCnt="5">
        <dgm:presLayoutVars>
          <dgm:bulletEnabled val="1"/>
        </dgm:presLayoutVars>
      </dgm:prSet>
      <dgm:spPr/>
    </dgm:pt>
    <dgm:pt modelId="{1D0E76A9-81F6-48AE-B36D-03E454DDA96D}" type="pres">
      <dgm:prSet presAssocID="{1881D560-CF48-4BBD-A16E-0DA93CEF6212}" presName="FiveNodes_4" presStyleLbl="node1" presStyleIdx="3" presStyleCnt="5">
        <dgm:presLayoutVars>
          <dgm:bulletEnabled val="1"/>
        </dgm:presLayoutVars>
      </dgm:prSet>
      <dgm:spPr/>
    </dgm:pt>
    <dgm:pt modelId="{8CEE87C2-AF03-45E6-A798-610D983692FB}" type="pres">
      <dgm:prSet presAssocID="{1881D560-CF48-4BBD-A16E-0DA93CEF6212}" presName="FiveNodes_5" presStyleLbl="node1" presStyleIdx="4" presStyleCnt="5">
        <dgm:presLayoutVars>
          <dgm:bulletEnabled val="1"/>
        </dgm:presLayoutVars>
      </dgm:prSet>
      <dgm:spPr/>
    </dgm:pt>
    <dgm:pt modelId="{258B64C3-54AB-4FEE-BDB3-ADF2DAC03A4C}" type="pres">
      <dgm:prSet presAssocID="{1881D560-CF48-4BBD-A16E-0DA93CEF6212}" presName="FiveConn_1-2" presStyleLbl="fgAccFollowNode1" presStyleIdx="0" presStyleCnt="4">
        <dgm:presLayoutVars>
          <dgm:bulletEnabled val="1"/>
        </dgm:presLayoutVars>
      </dgm:prSet>
      <dgm:spPr/>
    </dgm:pt>
    <dgm:pt modelId="{A2F51D4E-9CEE-47D3-89AB-2B3F4B2955FF}" type="pres">
      <dgm:prSet presAssocID="{1881D560-CF48-4BBD-A16E-0DA93CEF6212}" presName="FiveConn_2-3" presStyleLbl="fgAccFollowNode1" presStyleIdx="1" presStyleCnt="4">
        <dgm:presLayoutVars>
          <dgm:bulletEnabled val="1"/>
        </dgm:presLayoutVars>
      </dgm:prSet>
      <dgm:spPr/>
    </dgm:pt>
    <dgm:pt modelId="{44B3B9A8-090B-4C5B-B40A-D13441E5567E}" type="pres">
      <dgm:prSet presAssocID="{1881D560-CF48-4BBD-A16E-0DA93CEF6212}" presName="FiveConn_3-4" presStyleLbl="fgAccFollowNode1" presStyleIdx="2" presStyleCnt="4">
        <dgm:presLayoutVars>
          <dgm:bulletEnabled val="1"/>
        </dgm:presLayoutVars>
      </dgm:prSet>
      <dgm:spPr/>
    </dgm:pt>
    <dgm:pt modelId="{E47E3CDD-21A8-4681-B5EC-F1304A8F1DCA}" type="pres">
      <dgm:prSet presAssocID="{1881D560-CF48-4BBD-A16E-0DA93CEF6212}" presName="FiveConn_4-5" presStyleLbl="fgAccFollowNode1" presStyleIdx="3" presStyleCnt="4">
        <dgm:presLayoutVars>
          <dgm:bulletEnabled val="1"/>
        </dgm:presLayoutVars>
      </dgm:prSet>
      <dgm:spPr/>
    </dgm:pt>
    <dgm:pt modelId="{C48CDAC1-33E7-47C2-A48A-475240933AC0}" type="pres">
      <dgm:prSet presAssocID="{1881D560-CF48-4BBD-A16E-0DA93CEF6212}" presName="FiveNodes_1_text" presStyleLbl="node1" presStyleIdx="4" presStyleCnt="5">
        <dgm:presLayoutVars>
          <dgm:bulletEnabled val="1"/>
        </dgm:presLayoutVars>
      </dgm:prSet>
      <dgm:spPr/>
    </dgm:pt>
    <dgm:pt modelId="{7D5DCCA0-1419-4675-BDAC-B057FD6C6E75}" type="pres">
      <dgm:prSet presAssocID="{1881D560-CF48-4BBD-A16E-0DA93CEF6212}" presName="FiveNodes_2_text" presStyleLbl="node1" presStyleIdx="4" presStyleCnt="5">
        <dgm:presLayoutVars>
          <dgm:bulletEnabled val="1"/>
        </dgm:presLayoutVars>
      </dgm:prSet>
      <dgm:spPr/>
    </dgm:pt>
    <dgm:pt modelId="{C680BA8B-468D-46A9-95D6-D951AD6AAA01}" type="pres">
      <dgm:prSet presAssocID="{1881D560-CF48-4BBD-A16E-0DA93CEF6212}" presName="FiveNodes_3_text" presStyleLbl="node1" presStyleIdx="4" presStyleCnt="5">
        <dgm:presLayoutVars>
          <dgm:bulletEnabled val="1"/>
        </dgm:presLayoutVars>
      </dgm:prSet>
      <dgm:spPr/>
    </dgm:pt>
    <dgm:pt modelId="{D1F15991-3963-4E4A-8855-06FB55EF6615}" type="pres">
      <dgm:prSet presAssocID="{1881D560-CF48-4BBD-A16E-0DA93CEF6212}" presName="FiveNodes_4_text" presStyleLbl="node1" presStyleIdx="4" presStyleCnt="5">
        <dgm:presLayoutVars>
          <dgm:bulletEnabled val="1"/>
        </dgm:presLayoutVars>
      </dgm:prSet>
      <dgm:spPr/>
    </dgm:pt>
    <dgm:pt modelId="{6C0A0BD4-6CBE-410A-831D-3DB30C0A868D}" type="pres">
      <dgm:prSet presAssocID="{1881D560-CF48-4BBD-A16E-0DA93CEF621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3D2B303-6684-4E54-9012-EE6105C37B3F}" type="presOf" srcId="{58767262-19FA-469D-B12A-2FE86B2DD9A3}" destId="{258B64C3-54AB-4FEE-BDB3-ADF2DAC03A4C}" srcOrd="0" destOrd="0" presId="urn:microsoft.com/office/officeart/2005/8/layout/vProcess5"/>
    <dgm:cxn modelId="{E121F903-2F4C-4251-B200-7F092B770BD6}" type="presOf" srcId="{8B342F4C-21FE-41C8-8354-155B3781A370}" destId="{E47E3CDD-21A8-4681-B5EC-F1304A8F1DCA}" srcOrd="0" destOrd="0" presId="urn:microsoft.com/office/officeart/2005/8/layout/vProcess5"/>
    <dgm:cxn modelId="{B11EDA3A-4F74-44D5-9105-932AFBCCFB51}" type="presOf" srcId="{28A18376-6550-47B9-BA5A-85C15E087665}" destId="{C48CDAC1-33E7-47C2-A48A-475240933AC0}" srcOrd="1" destOrd="0" presId="urn:microsoft.com/office/officeart/2005/8/layout/vProcess5"/>
    <dgm:cxn modelId="{129BC05E-EEFA-417E-BD2F-52E0816DAE6A}" type="presOf" srcId="{320C9001-2F92-4F79-88AE-CCBA05054FEE}" destId="{0411F6DE-94BF-432C-B76A-DDBA12609BFB}" srcOrd="0" destOrd="0" presId="urn:microsoft.com/office/officeart/2005/8/layout/vProcess5"/>
    <dgm:cxn modelId="{20F8116A-7404-45EB-BB8C-25454C792E5B}" srcId="{1881D560-CF48-4BBD-A16E-0DA93CEF6212}" destId="{212E2E5E-FF8C-4018-B8BF-B3FA8842087B}" srcOrd="3" destOrd="0" parTransId="{D4B213D6-5FF7-4F40-81F1-43678CCBFF33}" sibTransId="{8B342F4C-21FE-41C8-8354-155B3781A370}"/>
    <dgm:cxn modelId="{83BFB86F-D24B-451C-B9B7-003525BE2587}" srcId="{1881D560-CF48-4BBD-A16E-0DA93CEF6212}" destId="{B4266F8C-0BBA-4C7C-8D4A-91FFCEF68CD5}" srcOrd="4" destOrd="0" parTransId="{235B8B8E-2BBA-4543-91A9-C3D69AD92E82}" sibTransId="{FA7D73C5-ADFD-48AB-9987-F266D45026E4}"/>
    <dgm:cxn modelId="{2C1ABA79-CD29-4684-95D5-64E82237B1E2}" type="presOf" srcId="{B4266F8C-0BBA-4C7C-8D4A-91FFCEF68CD5}" destId="{8CEE87C2-AF03-45E6-A798-610D983692FB}" srcOrd="0" destOrd="0" presId="urn:microsoft.com/office/officeart/2005/8/layout/vProcess5"/>
    <dgm:cxn modelId="{9B525A7F-4E4D-4C9A-9183-339C703BC18A}" type="presOf" srcId="{D59D0E73-C527-4ECB-8668-3D5F39A0DDAA}" destId="{7D5DCCA0-1419-4675-BDAC-B057FD6C6E75}" srcOrd="1" destOrd="0" presId="urn:microsoft.com/office/officeart/2005/8/layout/vProcess5"/>
    <dgm:cxn modelId="{D5B4208B-01D1-4DE2-8C95-3CF0AB8210E3}" type="presOf" srcId="{320C9001-2F92-4F79-88AE-CCBA05054FEE}" destId="{C680BA8B-468D-46A9-95D6-D951AD6AAA01}" srcOrd="1" destOrd="0" presId="urn:microsoft.com/office/officeart/2005/8/layout/vProcess5"/>
    <dgm:cxn modelId="{4EC9288C-75BB-45EB-91EA-CF374CD584D7}" srcId="{1881D560-CF48-4BBD-A16E-0DA93CEF6212}" destId="{D59D0E73-C527-4ECB-8668-3D5F39A0DDAA}" srcOrd="1" destOrd="0" parTransId="{4F229312-4A50-4107-8446-CD8A9E23C05B}" sibTransId="{1DDF0094-1A30-46DC-AD13-973306270DC9}"/>
    <dgm:cxn modelId="{25AD6D94-E574-4462-AE00-37511C34D4D2}" type="presOf" srcId="{D59D0E73-C527-4ECB-8668-3D5F39A0DDAA}" destId="{1540BFF8-C8AF-4B99-A46F-128953CCFC9C}" srcOrd="0" destOrd="0" presId="urn:microsoft.com/office/officeart/2005/8/layout/vProcess5"/>
    <dgm:cxn modelId="{DB95C39B-5ED9-4337-998B-C8E32E8DBE68}" type="presOf" srcId="{1881D560-CF48-4BBD-A16E-0DA93CEF6212}" destId="{53B58F98-EEDC-4EC5-B2F2-5591D52E210D}" srcOrd="0" destOrd="0" presId="urn:microsoft.com/office/officeart/2005/8/layout/vProcess5"/>
    <dgm:cxn modelId="{73C6E6A6-2231-44E7-B0E6-BE8C7E84A201}" type="presOf" srcId="{26DE824F-F176-48D8-84E1-7AD48B5780F2}" destId="{44B3B9A8-090B-4C5B-B40A-D13441E5567E}" srcOrd="0" destOrd="0" presId="urn:microsoft.com/office/officeart/2005/8/layout/vProcess5"/>
    <dgm:cxn modelId="{88CF3EB4-3942-42CF-B16A-655E3D60C9C1}" type="presOf" srcId="{B4266F8C-0BBA-4C7C-8D4A-91FFCEF68CD5}" destId="{6C0A0BD4-6CBE-410A-831D-3DB30C0A868D}" srcOrd="1" destOrd="0" presId="urn:microsoft.com/office/officeart/2005/8/layout/vProcess5"/>
    <dgm:cxn modelId="{AAACB7D0-E6AA-4DC2-8D9E-DA245E3E92A0}" type="presOf" srcId="{1DDF0094-1A30-46DC-AD13-973306270DC9}" destId="{A2F51D4E-9CEE-47D3-89AB-2B3F4B2955FF}" srcOrd="0" destOrd="0" presId="urn:microsoft.com/office/officeart/2005/8/layout/vProcess5"/>
    <dgm:cxn modelId="{821ECCD0-9474-433F-AFF2-C1C97344E073}" type="presOf" srcId="{212E2E5E-FF8C-4018-B8BF-B3FA8842087B}" destId="{D1F15991-3963-4E4A-8855-06FB55EF6615}" srcOrd="1" destOrd="0" presId="urn:microsoft.com/office/officeart/2005/8/layout/vProcess5"/>
    <dgm:cxn modelId="{6D9D5AD1-C0B5-4C98-85C5-CE2B8A7C5EB7}" srcId="{1881D560-CF48-4BBD-A16E-0DA93CEF6212}" destId="{320C9001-2F92-4F79-88AE-CCBA05054FEE}" srcOrd="2" destOrd="0" parTransId="{118AD4FF-8341-4957-BE19-7CF258A9CC9D}" sibTransId="{26DE824F-F176-48D8-84E1-7AD48B5780F2}"/>
    <dgm:cxn modelId="{F45974EB-2C29-400E-A9BD-E3646736AF9F}" type="presOf" srcId="{28A18376-6550-47B9-BA5A-85C15E087665}" destId="{4022555E-8F4C-4087-BB25-263B41E62D7B}" srcOrd="0" destOrd="0" presId="urn:microsoft.com/office/officeart/2005/8/layout/vProcess5"/>
    <dgm:cxn modelId="{828108F8-DA85-4D80-B29C-6D26D7D0274F}" srcId="{1881D560-CF48-4BBD-A16E-0DA93CEF6212}" destId="{28A18376-6550-47B9-BA5A-85C15E087665}" srcOrd="0" destOrd="0" parTransId="{BF244F44-7731-4D86-983B-A809081D7E18}" sibTransId="{58767262-19FA-469D-B12A-2FE86B2DD9A3}"/>
    <dgm:cxn modelId="{43F496FE-3A70-4BF7-9B1B-F381370F17A6}" type="presOf" srcId="{212E2E5E-FF8C-4018-B8BF-B3FA8842087B}" destId="{1D0E76A9-81F6-48AE-B36D-03E454DDA96D}" srcOrd="0" destOrd="0" presId="urn:microsoft.com/office/officeart/2005/8/layout/vProcess5"/>
    <dgm:cxn modelId="{9BBE5582-841C-4DA5-A565-5C9BF20B7F0F}" type="presParOf" srcId="{53B58F98-EEDC-4EC5-B2F2-5591D52E210D}" destId="{3058509D-1BA4-4431-BB11-CA881050BF39}" srcOrd="0" destOrd="0" presId="urn:microsoft.com/office/officeart/2005/8/layout/vProcess5"/>
    <dgm:cxn modelId="{C08FAF37-D322-407E-96DD-7BA0FD1B6AAE}" type="presParOf" srcId="{53B58F98-EEDC-4EC5-B2F2-5591D52E210D}" destId="{4022555E-8F4C-4087-BB25-263B41E62D7B}" srcOrd="1" destOrd="0" presId="urn:microsoft.com/office/officeart/2005/8/layout/vProcess5"/>
    <dgm:cxn modelId="{FCF5AC46-7A9C-4385-8654-30065E812D27}" type="presParOf" srcId="{53B58F98-EEDC-4EC5-B2F2-5591D52E210D}" destId="{1540BFF8-C8AF-4B99-A46F-128953CCFC9C}" srcOrd="2" destOrd="0" presId="urn:microsoft.com/office/officeart/2005/8/layout/vProcess5"/>
    <dgm:cxn modelId="{F79A0F55-3C50-4FBB-B30C-DFA19A8E1119}" type="presParOf" srcId="{53B58F98-EEDC-4EC5-B2F2-5591D52E210D}" destId="{0411F6DE-94BF-432C-B76A-DDBA12609BFB}" srcOrd="3" destOrd="0" presId="urn:microsoft.com/office/officeart/2005/8/layout/vProcess5"/>
    <dgm:cxn modelId="{86373F1F-D633-44B3-9297-AD5257E9EAF3}" type="presParOf" srcId="{53B58F98-EEDC-4EC5-B2F2-5591D52E210D}" destId="{1D0E76A9-81F6-48AE-B36D-03E454DDA96D}" srcOrd="4" destOrd="0" presId="urn:microsoft.com/office/officeart/2005/8/layout/vProcess5"/>
    <dgm:cxn modelId="{6848B06C-1224-4FA2-8C07-26D1B1F17EFF}" type="presParOf" srcId="{53B58F98-EEDC-4EC5-B2F2-5591D52E210D}" destId="{8CEE87C2-AF03-45E6-A798-610D983692FB}" srcOrd="5" destOrd="0" presId="urn:microsoft.com/office/officeart/2005/8/layout/vProcess5"/>
    <dgm:cxn modelId="{5DC6ADBD-0451-43EC-9A4B-5093BD1FC131}" type="presParOf" srcId="{53B58F98-EEDC-4EC5-B2F2-5591D52E210D}" destId="{258B64C3-54AB-4FEE-BDB3-ADF2DAC03A4C}" srcOrd="6" destOrd="0" presId="urn:microsoft.com/office/officeart/2005/8/layout/vProcess5"/>
    <dgm:cxn modelId="{4E1620D6-88BC-4A97-A3CB-D8A1C71AEB70}" type="presParOf" srcId="{53B58F98-EEDC-4EC5-B2F2-5591D52E210D}" destId="{A2F51D4E-9CEE-47D3-89AB-2B3F4B2955FF}" srcOrd="7" destOrd="0" presId="urn:microsoft.com/office/officeart/2005/8/layout/vProcess5"/>
    <dgm:cxn modelId="{5A77C91A-08BC-441F-956B-562321918C34}" type="presParOf" srcId="{53B58F98-EEDC-4EC5-B2F2-5591D52E210D}" destId="{44B3B9A8-090B-4C5B-B40A-D13441E5567E}" srcOrd="8" destOrd="0" presId="urn:microsoft.com/office/officeart/2005/8/layout/vProcess5"/>
    <dgm:cxn modelId="{9227D8E3-96D9-4564-85F8-4CB949CE4A92}" type="presParOf" srcId="{53B58F98-EEDC-4EC5-B2F2-5591D52E210D}" destId="{E47E3CDD-21A8-4681-B5EC-F1304A8F1DCA}" srcOrd="9" destOrd="0" presId="urn:microsoft.com/office/officeart/2005/8/layout/vProcess5"/>
    <dgm:cxn modelId="{4496F445-DDD7-423B-A67D-07DB51A96EA3}" type="presParOf" srcId="{53B58F98-EEDC-4EC5-B2F2-5591D52E210D}" destId="{C48CDAC1-33E7-47C2-A48A-475240933AC0}" srcOrd="10" destOrd="0" presId="urn:microsoft.com/office/officeart/2005/8/layout/vProcess5"/>
    <dgm:cxn modelId="{AA6B2160-A41B-4796-9F0F-9F8AB2555DFA}" type="presParOf" srcId="{53B58F98-EEDC-4EC5-B2F2-5591D52E210D}" destId="{7D5DCCA0-1419-4675-BDAC-B057FD6C6E75}" srcOrd="11" destOrd="0" presId="urn:microsoft.com/office/officeart/2005/8/layout/vProcess5"/>
    <dgm:cxn modelId="{3158ADD7-89C4-4D0C-BB4F-EE42B4F7656B}" type="presParOf" srcId="{53B58F98-EEDC-4EC5-B2F2-5591D52E210D}" destId="{C680BA8B-468D-46A9-95D6-D951AD6AAA01}" srcOrd="12" destOrd="0" presId="urn:microsoft.com/office/officeart/2005/8/layout/vProcess5"/>
    <dgm:cxn modelId="{DA8E15CC-FE85-488A-8D69-84BAFCE56413}" type="presParOf" srcId="{53B58F98-EEDC-4EC5-B2F2-5591D52E210D}" destId="{D1F15991-3963-4E4A-8855-06FB55EF6615}" srcOrd="13" destOrd="0" presId="urn:microsoft.com/office/officeart/2005/8/layout/vProcess5"/>
    <dgm:cxn modelId="{03B7D772-3B46-4FA0-8807-3A979A0B6317}" type="presParOf" srcId="{53B58F98-EEDC-4EC5-B2F2-5591D52E210D}" destId="{6C0A0BD4-6CBE-410A-831D-3DB30C0A868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AE8B9-B9EF-4F69-B948-DE24D069CA0F}">
      <dsp:nvSpPr>
        <dsp:cNvPr id="0" name=""/>
        <dsp:cNvSpPr/>
      </dsp:nvSpPr>
      <dsp:spPr>
        <a:xfrm>
          <a:off x="0" y="3956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E0B0E-8572-4E4E-804E-7536CE13079F}">
      <dsp:nvSpPr>
        <dsp:cNvPr id="0" name=""/>
        <dsp:cNvSpPr/>
      </dsp:nvSpPr>
      <dsp:spPr>
        <a:xfrm>
          <a:off x="345025" y="100470"/>
          <a:ext cx="4830358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Introduction</a:t>
          </a:r>
        </a:p>
      </dsp:txBody>
      <dsp:txXfrm>
        <a:off x="373846" y="129291"/>
        <a:ext cx="4772716" cy="532758"/>
      </dsp:txXfrm>
    </dsp:sp>
    <dsp:sp modelId="{7C42200B-F43F-4C38-BFFF-B6EB48CC26EB}">
      <dsp:nvSpPr>
        <dsp:cNvPr id="0" name=""/>
        <dsp:cNvSpPr/>
      </dsp:nvSpPr>
      <dsp:spPr>
        <a:xfrm>
          <a:off x="0" y="13028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A7CBA-34A7-45E7-BF2E-6E9EB3B357B8}">
      <dsp:nvSpPr>
        <dsp:cNvPr id="0" name=""/>
        <dsp:cNvSpPr/>
      </dsp:nvSpPr>
      <dsp:spPr>
        <a:xfrm>
          <a:off x="345025" y="1007670"/>
          <a:ext cx="4830358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Literature Review</a:t>
          </a:r>
        </a:p>
      </dsp:txBody>
      <dsp:txXfrm>
        <a:off x="373846" y="1036491"/>
        <a:ext cx="4772716" cy="532758"/>
      </dsp:txXfrm>
    </dsp:sp>
    <dsp:sp modelId="{664A1A85-8ED4-4CBE-ADD7-B13B90E066E1}">
      <dsp:nvSpPr>
        <dsp:cNvPr id="0" name=""/>
        <dsp:cNvSpPr/>
      </dsp:nvSpPr>
      <dsp:spPr>
        <a:xfrm>
          <a:off x="0" y="22100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6627C-2576-4502-AEDE-5A7D5F40B878}">
      <dsp:nvSpPr>
        <dsp:cNvPr id="0" name=""/>
        <dsp:cNvSpPr/>
      </dsp:nvSpPr>
      <dsp:spPr>
        <a:xfrm>
          <a:off x="345025" y="1914870"/>
          <a:ext cx="4830358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Methodology and Modeling</a:t>
          </a:r>
        </a:p>
      </dsp:txBody>
      <dsp:txXfrm>
        <a:off x="373846" y="1943691"/>
        <a:ext cx="4772716" cy="532758"/>
      </dsp:txXfrm>
    </dsp:sp>
    <dsp:sp modelId="{A70861AC-7D2E-49D1-9400-D76F9AB0E582}">
      <dsp:nvSpPr>
        <dsp:cNvPr id="0" name=""/>
        <dsp:cNvSpPr/>
      </dsp:nvSpPr>
      <dsp:spPr>
        <a:xfrm>
          <a:off x="0" y="31172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656FC-EE49-4ACE-B632-8CD41176401A}">
      <dsp:nvSpPr>
        <dsp:cNvPr id="0" name=""/>
        <dsp:cNvSpPr/>
      </dsp:nvSpPr>
      <dsp:spPr>
        <a:xfrm>
          <a:off x="345025" y="2822070"/>
          <a:ext cx="4830358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Result and Discussion</a:t>
          </a:r>
        </a:p>
      </dsp:txBody>
      <dsp:txXfrm>
        <a:off x="373846" y="2850891"/>
        <a:ext cx="4772716" cy="532758"/>
      </dsp:txXfrm>
    </dsp:sp>
    <dsp:sp modelId="{D8A691CD-6FA6-427D-95A7-8844B84972F6}">
      <dsp:nvSpPr>
        <dsp:cNvPr id="0" name=""/>
        <dsp:cNvSpPr/>
      </dsp:nvSpPr>
      <dsp:spPr>
        <a:xfrm>
          <a:off x="0" y="40244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AEF21-44BC-47E6-9974-0C3C32033A3B}">
      <dsp:nvSpPr>
        <dsp:cNvPr id="0" name=""/>
        <dsp:cNvSpPr/>
      </dsp:nvSpPr>
      <dsp:spPr>
        <a:xfrm>
          <a:off x="345025" y="3729270"/>
          <a:ext cx="4830358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Conclusion and Future Work</a:t>
          </a:r>
        </a:p>
      </dsp:txBody>
      <dsp:txXfrm>
        <a:off x="373846" y="3758091"/>
        <a:ext cx="4772716" cy="532758"/>
      </dsp:txXfrm>
    </dsp:sp>
    <dsp:sp modelId="{F0C07386-09F1-4BF6-B549-6D3F3013DE6A}">
      <dsp:nvSpPr>
        <dsp:cNvPr id="0" name=""/>
        <dsp:cNvSpPr/>
      </dsp:nvSpPr>
      <dsp:spPr>
        <a:xfrm>
          <a:off x="0" y="49316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14D72-CC8C-488A-90EC-C1C3DAE965EA}">
      <dsp:nvSpPr>
        <dsp:cNvPr id="0" name=""/>
        <dsp:cNvSpPr/>
      </dsp:nvSpPr>
      <dsp:spPr>
        <a:xfrm>
          <a:off x="345025" y="4636470"/>
          <a:ext cx="4830358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References</a:t>
          </a:r>
        </a:p>
      </dsp:txBody>
      <dsp:txXfrm>
        <a:off x="373846" y="4665291"/>
        <a:ext cx="4772716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77EAC-0B00-47B0-8588-91676AEF9450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Mental health disorders are a growing public health concern in Bangladesh.</a:t>
          </a:r>
        </a:p>
      </dsp:txBody>
      <dsp:txXfrm>
        <a:off x="27017" y="27017"/>
        <a:ext cx="7668958" cy="868383"/>
      </dsp:txXfrm>
    </dsp:sp>
    <dsp:sp modelId="{07091D0C-58F5-452C-B063-C121314F6FD0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Services remain underfunded, understaffed, and unevenly distributed.</a:t>
          </a:r>
        </a:p>
      </dsp:txBody>
      <dsp:txXfrm>
        <a:off x="759181" y="1117146"/>
        <a:ext cx="7356493" cy="868383"/>
      </dsp:txXfrm>
    </dsp:sp>
    <dsp:sp modelId="{AE8BBD5B-5E34-44C6-B68D-FE02F935F3F6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Study objective: analyze national mental health resources using computational statistics.</a:t>
          </a:r>
        </a:p>
      </dsp:txBody>
      <dsp:txXfrm>
        <a:off x="1480418" y="2207275"/>
        <a:ext cx="7367421" cy="868383"/>
      </dsp:txXfrm>
    </dsp:sp>
    <dsp:sp modelId="{33731B45-8FAF-4799-A7EC-811C1A7F8B41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 on availability of professionals, treatment gaps, facilities, and budget allocation.</a:t>
          </a:r>
        </a:p>
      </dsp:txBody>
      <dsp:txXfrm>
        <a:off x="2212582" y="3297404"/>
        <a:ext cx="7356493" cy="868383"/>
      </dsp:txXfrm>
    </dsp:sp>
    <dsp:sp modelId="{B1ED7C53-AEF0-4CAE-8F7C-CB708556363F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F1B06F88-73C9-4B2E-8EA3-197F4D6F3B44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37769994-4CEE-4D76-9FE1-617E6A69F03E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D712C-FBCE-4847-9B1A-83FED51087A3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0FECE-ED0B-4248-B60A-2F79209F4C14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CE5E6-9569-48A7-9CD0-E6D743FA32B0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WHO Mental Health Atlas: workforce shortages and &gt;80% treatment gap.</a:t>
          </a:r>
        </a:p>
      </dsp:txBody>
      <dsp:txXfrm>
        <a:off x="1948202" y="159118"/>
        <a:ext cx="3233964" cy="1371985"/>
      </dsp:txXfrm>
    </dsp:sp>
    <dsp:sp modelId="{DF795EA9-23BE-4FB9-8B42-0B959C1AAC01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FD41E-6861-4912-B817-9AA1106979D8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11F4A-05C7-4272-8C6F-269D7CF22DBA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National Mental Health Survey: high prevalence with low treatment coverage.</a:t>
          </a:r>
        </a:p>
      </dsp:txBody>
      <dsp:txXfrm>
        <a:off x="7411643" y="159118"/>
        <a:ext cx="3233964" cy="1371985"/>
      </dsp:txXfrm>
    </dsp:sp>
    <dsp:sp modelId="{41AC816B-7AAC-47A0-8E33-9B30A68DC9CC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5461B-6EC4-49E3-B89D-CA8FA7BEC8E6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45E13-8643-4FD5-8990-D991E85AC33B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World Bank findings: low public spending and inefficient allocation.</a:t>
          </a:r>
        </a:p>
      </dsp:txBody>
      <dsp:txXfrm>
        <a:off x="1948202" y="2158301"/>
        <a:ext cx="3233964" cy="1371985"/>
      </dsp:txXfrm>
    </dsp:sp>
    <dsp:sp modelId="{C37BB01F-B0CE-4416-A48D-9DE4CBF7692B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6C1D7-29E8-4E91-A24B-4FC7463F0ACC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EA348-327B-4C4E-81FB-CAC733F0FE00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Overall evidence shows shortages, disparities, and financing challenges.</a:t>
          </a:r>
        </a:p>
      </dsp:txBody>
      <dsp:txXfrm>
        <a:off x="7411643" y="2158301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61E78-B026-489F-A7B1-AC0B03F84726}">
      <dsp:nvSpPr>
        <dsp:cNvPr id="0" name=""/>
        <dsp:cNvSpPr/>
      </dsp:nvSpPr>
      <dsp:spPr>
        <a:xfrm>
          <a:off x="0" y="1640"/>
          <a:ext cx="8074815" cy="831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C0F13-3009-44A9-8080-BA7EDF16F256}">
      <dsp:nvSpPr>
        <dsp:cNvPr id="0" name=""/>
        <dsp:cNvSpPr/>
      </dsp:nvSpPr>
      <dsp:spPr>
        <a:xfrm>
          <a:off x="251476" y="188688"/>
          <a:ext cx="457229" cy="4572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E9B33-D133-465E-B292-AAD6CDAD73E7}">
      <dsp:nvSpPr>
        <dsp:cNvPr id="0" name=""/>
        <dsp:cNvSpPr/>
      </dsp:nvSpPr>
      <dsp:spPr>
        <a:xfrm>
          <a:off x="960182" y="1640"/>
          <a:ext cx="7114632" cy="831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2" tIns="87982" rIns="87982" bIns="8798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Severe shortage of trained professionals and facilities nationwide.</a:t>
          </a:r>
        </a:p>
      </dsp:txBody>
      <dsp:txXfrm>
        <a:off x="960182" y="1640"/>
        <a:ext cx="7114632" cy="831326"/>
      </dsp:txXfrm>
    </dsp:sp>
    <dsp:sp modelId="{C239139A-FE0C-491A-B4DE-06C95FCC335B}">
      <dsp:nvSpPr>
        <dsp:cNvPr id="0" name=""/>
        <dsp:cNvSpPr/>
      </dsp:nvSpPr>
      <dsp:spPr>
        <a:xfrm>
          <a:off x="0" y="1040798"/>
          <a:ext cx="8074815" cy="831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698C59-E1C3-4264-96FC-986713054660}">
      <dsp:nvSpPr>
        <dsp:cNvPr id="0" name=""/>
        <dsp:cNvSpPr/>
      </dsp:nvSpPr>
      <dsp:spPr>
        <a:xfrm>
          <a:off x="251476" y="1227846"/>
          <a:ext cx="457229" cy="4572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64A4C-C175-449B-BA0B-24A777E059BD}">
      <dsp:nvSpPr>
        <dsp:cNvPr id="0" name=""/>
        <dsp:cNvSpPr/>
      </dsp:nvSpPr>
      <dsp:spPr>
        <a:xfrm>
          <a:off x="960182" y="1040798"/>
          <a:ext cx="7114632" cy="831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2" tIns="87982" rIns="87982" bIns="8798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Strong urban–rural disparities; Dhaka and Chattogram dominate access.</a:t>
          </a:r>
        </a:p>
      </dsp:txBody>
      <dsp:txXfrm>
        <a:off x="960182" y="1040798"/>
        <a:ext cx="7114632" cy="831326"/>
      </dsp:txXfrm>
    </dsp:sp>
    <dsp:sp modelId="{661A6637-EB23-4C9A-8FC5-89A5491968E5}">
      <dsp:nvSpPr>
        <dsp:cNvPr id="0" name=""/>
        <dsp:cNvSpPr/>
      </dsp:nvSpPr>
      <dsp:spPr>
        <a:xfrm>
          <a:off x="0" y="2079956"/>
          <a:ext cx="8074815" cy="831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13AE6-61AB-40C1-96BD-C1F737462141}">
      <dsp:nvSpPr>
        <dsp:cNvPr id="0" name=""/>
        <dsp:cNvSpPr/>
      </dsp:nvSpPr>
      <dsp:spPr>
        <a:xfrm>
          <a:off x="251476" y="2267004"/>
          <a:ext cx="457229" cy="4572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84C8F-13E3-434E-9552-08744FF8BCEF}">
      <dsp:nvSpPr>
        <dsp:cNvPr id="0" name=""/>
        <dsp:cNvSpPr/>
      </dsp:nvSpPr>
      <dsp:spPr>
        <a:xfrm>
          <a:off x="960182" y="2079956"/>
          <a:ext cx="7114632" cy="831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2" tIns="87982" rIns="87982" bIns="8798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Private sector leads facility provision, raising affordability concerns.</a:t>
          </a:r>
        </a:p>
      </dsp:txBody>
      <dsp:txXfrm>
        <a:off x="960182" y="2079956"/>
        <a:ext cx="7114632" cy="831326"/>
      </dsp:txXfrm>
    </dsp:sp>
    <dsp:sp modelId="{56AA01E2-76F8-4604-9EC0-2F577A71BB53}">
      <dsp:nvSpPr>
        <dsp:cNvPr id="0" name=""/>
        <dsp:cNvSpPr/>
      </dsp:nvSpPr>
      <dsp:spPr>
        <a:xfrm>
          <a:off x="0" y="3119114"/>
          <a:ext cx="8074815" cy="831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AB54D-D0F8-4831-8D69-C41AE77F4D9B}">
      <dsp:nvSpPr>
        <dsp:cNvPr id="0" name=""/>
        <dsp:cNvSpPr/>
      </dsp:nvSpPr>
      <dsp:spPr>
        <a:xfrm>
          <a:off x="251476" y="3306162"/>
          <a:ext cx="457229" cy="4572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3CEA9-C1B3-40FC-B954-2DA082BB2D18}">
      <dsp:nvSpPr>
        <dsp:cNvPr id="0" name=""/>
        <dsp:cNvSpPr/>
      </dsp:nvSpPr>
      <dsp:spPr>
        <a:xfrm>
          <a:off x="960182" y="3119114"/>
          <a:ext cx="7114632" cy="831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82" tIns="87982" rIns="87982" bIns="8798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Correlation shows facilities increase with population, but remain insufficient.</a:t>
          </a:r>
        </a:p>
      </dsp:txBody>
      <dsp:txXfrm>
        <a:off x="960182" y="3119114"/>
        <a:ext cx="7114632" cy="8313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2555E-8F4C-4087-BB25-263B41E62D7B}">
      <dsp:nvSpPr>
        <dsp:cNvPr id="0" name=""/>
        <dsp:cNvSpPr/>
      </dsp:nvSpPr>
      <dsp:spPr>
        <a:xfrm>
          <a:off x="0" y="0"/>
          <a:ext cx="6217607" cy="686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[1] World Health Organization, </a:t>
          </a:r>
          <a:r>
            <a:rPr lang="en-US" sz="1300" i="1" kern="1200"/>
            <a:t>Mental Health Atlas 2025</a:t>
          </a:r>
          <a:r>
            <a:rPr lang="en-US" sz="1300" kern="1200"/>
            <a:t>, Geneva, Switzerland: WHO Press, 2025.</a:t>
          </a:r>
        </a:p>
      </dsp:txBody>
      <dsp:txXfrm>
        <a:off x="20097" y="20097"/>
        <a:ext cx="5396922" cy="645951"/>
      </dsp:txXfrm>
    </dsp:sp>
    <dsp:sp modelId="{1540BFF8-C8AF-4B99-A46F-128953CCFC9C}">
      <dsp:nvSpPr>
        <dsp:cNvPr id="0" name=""/>
        <dsp:cNvSpPr/>
      </dsp:nvSpPr>
      <dsp:spPr>
        <a:xfrm>
          <a:off x="464301" y="781444"/>
          <a:ext cx="6217607" cy="686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[2] Government of Bangladesh, </a:t>
          </a:r>
          <a:r>
            <a:rPr lang="en-US" sz="1300" i="1" kern="1200"/>
            <a:t>National Mental Health Survey of Bangladesh</a:t>
          </a:r>
          <a:r>
            <a:rPr lang="en-US" sz="1300" kern="1200"/>
            <a:t>, Dhaka, Bangladesh: Ministry of Health and Family Welfare, 2025.</a:t>
          </a:r>
        </a:p>
      </dsp:txBody>
      <dsp:txXfrm>
        <a:off x="484398" y="801541"/>
        <a:ext cx="5267116" cy="645951"/>
      </dsp:txXfrm>
    </dsp:sp>
    <dsp:sp modelId="{0411F6DE-94BF-432C-B76A-DDBA12609BFB}">
      <dsp:nvSpPr>
        <dsp:cNvPr id="0" name=""/>
        <dsp:cNvSpPr/>
      </dsp:nvSpPr>
      <dsp:spPr>
        <a:xfrm>
          <a:off x="928603" y="1562888"/>
          <a:ext cx="6217607" cy="686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[3] World Bank, </a:t>
          </a:r>
          <a:r>
            <a:rPr lang="en-US" sz="1300" i="1" kern="1200"/>
            <a:t>Mental Health Financing in Low- and Middle-Income Countries</a:t>
          </a:r>
          <a:r>
            <a:rPr lang="en-US" sz="1300" kern="1200"/>
            <a:t>, Washington, DC, USA: World Bank Publications, 2024.</a:t>
          </a:r>
        </a:p>
      </dsp:txBody>
      <dsp:txXfrm>
        <a:off x="948700" y="1582985"/>
        <a:ext cx="5267116" cy="645951"/>
      </dsp:txXfrm>
    </dsp:sp>
    <dsp:sp modelId="{1D0E76A9-81F6-48AE-B36D-03E454DDA96D}">
      <dsp:nvSpPr>
        <dsp:cNvPr id="0" name=""/>
        <dsp:cNvSpPr/>
      </dsp:nvSpPr>
      <dsp:spPr>
        <a:xfrm>
          <a:off x="1392905" y="2344332"/>
          <a:ext cx="6217607" cy="686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[4] World Health Organization, </a:t>
          </a:r>
          <a:r>
            <a:rPr lang="en-US" sz="1300" i="1" kern="1200"/>
            <a:t>WHO Special Initiative for Mental Health (2019–2023): Universal Health Coverage for Mental Health</a:t>
          </a:r>
          <a:r>
            <a:rPr lang="en-US" sz="1300" kern="1200"/>
            <a:t>, Geneva, Switzerland: WHO, 2023.</a:t>
          </a:r>
        </a:p>
      </dsp:txBody>
      <dsp:txXfrm>
        <a:off x="1413002" y="2364429"/>
        <a:ext cx="5267116" cy="645951"/>
      </dsp:txXfrm>
    </dsp:sp>
    <dsp:sp modelId="{8CEE87C2-AF03-45E6-A798-610D983692FB}">
      <dsp:nvSpPr>
        <dsp:cNvPr id="0" name=""/>
        <dsp:cNvSpPr/>
      </dsp:nvSpPr>
      <dsp:spPr>
        <a:xfrm>
          <a:off x="1857207" y="3125776"/>
          <a:ext cx="6217607" cy="6861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[5] H. Patel, S. Saxena, and V. Lund, “Addressing the burden of mental disorders in low-income countries,” </a:t>
          </a:r>
          <a:r>
            <a:rPr lang="en-US" sz="1300" i="1" kern="1200"/>
            <a:t>The Lancet Psychiatry</a:t>
          </a:r>
          <a:r>
            <a:rPr lang="en-US" sz="1300" kern="1200"/>
            <a:t>, vol. 8, no. 3, pp. 234–242, 2021.</a:t>
          </a:r>
        </a:p>
      </dsp:txBody>
      <dsp:txXfrm>
        <a:off x="1877304" y="3145873"/>
        <a:ext cx="5267116" cy="645951"/>
      </dsp:txXfrm>
    </dsp:sp>
    <dsp:sp modelId="{258B64C3-54AB-4FEE-BDB3-ADF2DAC03A4C}">
      <dsp:nvSpPr>
        <dsp:cNvPr id="0" name=""/>
        <dsp:cNvSpPr/>
      </dsp:nvSpPr>
      <dsp:spPr>
        <a:xfrm>
          <a:off x="5771612" y="501267"/>
          <a:ext cx="445994" cy="4459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871961" y="501267"/>
        <a:ext cx="245296" cy="335610"/>
      </dsp:txXfrm>
    </dsp:sp>
    <dsp:sp modelId="{A2F51D4E-9CEE-47D3-89AB-2B3F4B2955FF}">
      <dsp:nvSpPr>
        <dsp:cNvPr id="0" name=""/>
        <dsp:cNvSpPr/>
      </dsp:nvSpPr>
      <dsp:spPr>
        <a:xfrm>
          <a:off x="6235914" y="1282711"/>
          <a:ext cx="445994" cy="4459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336263" y="1282711"/>
        <a:ext cx="245296" cy="335610"/>
      </dsp:txXfrm>
    </dsp:sp>
    <dsp:sp modelId="{44B3B9A8-090B-4C5B-B40A-D13441E5567E}">
      <dsp:nvSpPr>
        <dsp:cNvPr id="0" name=""/>
        <dsp:cNvSpPr/>
      </dsp:nvSpPr>
      <dsp:spPr>
        <a:xfrm>
          <a:off x="6700216" y="2052719"/>
          <a:ext cx="445994" cy="4459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800565" y="2052719"/>
        <a:ext cx="245296" cy="335610"/>
      </dsp:txXfrm>
    </dsp:sp>
    <dsp:sp modelId="{E47E3CDD-21A8-4681-B5EC-F1304A8F1DCA}">
      <dsp:nvSpPr>
        <dsp:cNvPr id="0" name=""/>
        <dsp:cNvSpPr/>
      </dsp:nvSpPr>
      <dsp:spPr>
        <a:xfrm>
          <a:off x="7164518" y="2841787"/>
          <a:ext cx="445994" cy="4459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64867" y="2841787"/>
        <a:ext cx="245296" cy="335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D07B4-7871-DF48-B92C-0FB4A8FB9EB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59FF1-17C9-E642-86B9-77AD2A313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3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59FF1-17C9-E642-86B9-77AD2A313F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2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59FF1-17C9-E642-86B9-77AD2A313F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3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6F400-7ED6-8CE6-FE01-6F76121E7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849" y="1697149"/>
            <a:ext cx="9765552" cy="1548064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A Computational Statistical Analysis of Mental Health Resources in Bangladesh</a:t>
            </a:r>
            <a:endParaRPr lang="en-SG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C4544-2F80-B3C8-66E3-B5715CCF9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820" y="3305576"/>
            <a:ext cx="2212206" cy="506117"/>
          </a:xfrm>
        </p:spPr>
        <p:txBody>
          <a:bodyPr anchor="t">
            <a:normAutofit fontScale="92500" lnSpcReduction="1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Group No: 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D568CB5-9877-E01A-A1C4-B97CF0EFFCA2}"/>
              </a:ext>
            </a:extLst>
          </p:cNvPr>
          <p:cNvSpPr txBox="1">
            <a:spLocks/>
          </p:cNvSpPr>
          <p:nvPr/>
        </p:nvSpPr>
        <p:spPr>
          <a:xfrm>
            <a:off x="6481339" y="3335867"/>
            <a:ext cx="4874867" cy="2692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Presented By: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MD. SABBIR ALAM          (22-47454-2)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NISHAT SUBAH JEEM      (22-48225-2)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MD. NAJMUL HODA SIMUL    </a:t>
            </a:r>
            <a:r>
              <a:rPr lang="en-US" sz="2400" b="1" dirty="0">
                <a:solidFill>
                  <a:schemeClr val="tx1"/>
                </a:solidFill>
              </a:rPr>
              <a:t>(23-50320-1)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475198A-12B1-7133-F081-B5DD19BF6BA2}"/>
              </a:ext>
            </a:extLst>
          </p:cNvPr>
          <p:cNvSpPr txBox="1">
            <a:spLocks/>
          </p:cNvSpPr>
          <p:nvPr/>
        </p:nvSpPr>
        <p:spPr>
          <a:xfrm>
            <a:off x="835793" y="3335867"/>
            <a:ext cx="4413539" cy="2692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tx1"/>
                </a:solidFill>
              </a:rPr>
              <a:t>Supervised By:</a:t>
            </a:r>
          </a:p>
          <a:p>
            <a:pPr algn="l"/>
            <a:r>
              <a:rPr lang="en-SG" sz="2400" b="1" dirty="0">
                <a:solidFill>
                  <a:schemeClr val="tx1"/>
                </a:solidFill>
              </a:rPr>
              <a:t>DR. M. MOSTAFIZUR RAHMAN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sz="2400" dirty="0">
                <a:solidFill>
                  <a:schemeClr val="tx1"/>
                </a:solidFill>
              </a:rPr>
              <a:t>Professor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sz="2400" dirty="0">
                <a:solidFill>
                  <a:schemeClr val="tx1"/>
                </a:solidFill>
              </a:rPr>
              <a:t>Department Head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American International University Bangladesh(AIUB)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2B508B-C289-C992-FC47-2C74CFC17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344" y="739848"/>
            <a:ext cx="1417911" cy="1417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0837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Outline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433B8BC2-116E-7909-ECD6-D9476D0DEE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00745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2AD30-D00B-C700-9C19-BC76B47E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30FD4-EA62-73BE-4CD8-00A0F0ED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28EFAFA-B5F6-3043-E8FF-6E09072BA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4287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5930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Literature Review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21FA67B-6ADB-B3B8-3C28-16D57E205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68470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Methodology and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>
                <a:solidFill>
                  <a:schemeClr val="tx2"/>
                </a:solidFill>
              </a:rPr>
              <a:t>Secondary data from national and international datasets.</a:t>
            </a:r>
          </a:p>
          <a:p>
            <a:pPr>
              <a:buFont typeface="Wingdings" pitchFamily="2" charset="2"/>
              <a:buChar char="Ø"/>
            </a:pPr>
            <a:r>
              <a:rPr lang="en-US" sz="1800">
                <a:solidFill>
                  <a:schemeClr val="tx2"/>
                </a:solidFill>
              </a:rPr>
              <a:t>Descriptive statistics, percentages, and probability-based analysis.</a:t>
            </a:r>
          </a:p>
          <a:p>
            <a:pPr>
              <a:buFont typeface="Wingdings" pitchFamily="2" charset="2"/>
              <a:buChar char="Ø"/>
            </a:pPr>
            <a:r>
              <a:rPr lang="en-US" sz="1800">
                <a:solidFill>
                  <a:schemeClr val="tx2"/>
                </a:solidFill>
              </a:rPr>
              <a:t>Correlation, regression, and hypothesis testing applied.</a:t>
            </a:r>
          </a:p>
          <a:p>
            <a:pPr>
              <a:buFont typeface="Wingdings" pitchFamily="2" charset="2"/>
              <a:buChar char="Ø"/>
            </a:pPr>
            <a:r>
              <a:rPr lang="en-US" sz="1800">
                <a:solidFill>
                  <a:schemeClr val="tx2"/>
                </a:solidFill>
              </a:rPr>
              <a:t>Time‑series analysis and data visualization for trends and disparities.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84" y="278891"/>
            <a:ext cx="10447725" cy="1618489"/>
          </a:xfrm>
        </p:spPr>
        <p:txBody>
          <a:bodyPr anchor="ctr">
            <a:normAutofit/>
          </a:bodyPr>
          <a:lstStyle/>
          <a:p>
            <a:r>
              <a:rPr lang="en-US" sz="6600"/>
              <a:t>Results and Discussion</a:t>
            </a:r>
            <a:endParaRPr lang="en-US" sz="6600" dirty="0"/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C1EE7A2A-7F75-5DA1-6E41-665ECD790F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5238" y="2088228"/>
          <a:ext cx="8074815" cy="3952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6DFB4-1318-C619-3CC1-CB6DA060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696858-AD2F-F5BC-33D0-D9F3B5EA9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1052A10-7F8A-C83C-994E-7882E223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3C8B61-4856-A005-A98D-B41E5DCA6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8CF03-E6E7-C6C0-5FDA-3337A739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361082"/>
            <a:ext cx="10447725" cy="1618489"/>
          </a:xfrm>
        </p:spPr>
        <p:txBody>
          <a:bodyPr anchor="ctr">
            <a:normAutofit/>
          </a:bodyPr>
          <a:lstStyle/>
          <a:p>
            <a:r>
              <a:rPr lang="en-US" sz="6600" b="1" dirty="0"/>
              <a:t>Graphical Analysis</a:t>
            </a:r>
          </a:p>
        </p:txBody>
      </p:sp>
      <p:pic>
        <p:nvPicPr>
          <p:cNvPr id="4" name="object 59">
            <a:extLst>
              <a:ext uri="{FF2B5EF4-FFF2-40B4-BE49-F238E27FC236}">
                <a16:creationId xmlns:a16="http://schemas.microsoft.com/office/drawing/2014/main" id="{64F46AEA-8EC6-9F8E-7A13-5CF72CDEEC67}"/>
              </a:ext>
            </a:extLst>
          </p:cNvPr>
          <p:cNvPicPr/>
          <p:nvPr/>
        </p:nvPicPr>
        <p:blipFill rotWithShape="1">
          <a:blip r:embed="rId2" cstate="print"/>
          <a:srcRect l="9524" t="785" r="3095" b="-1"/>
          <a:stretch/>
        </p:blipFill>
        <p:spPr bwMode="auto">
          <a:xfrm>
            <a:off x="1092923" y="1819275"/>
            <a:ext cx="4869727" cy="31021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53CDC7-FEA3-8CFC-4912-183BE2807E00}"/>
              </a:ext>
            </a:extLst>
          </p:cNvPr>
          <p:cNvSpPr txBox="1"/>
          <p:nvPr/>
        </p:nvSpPr>
        <p:spPr>
          <a:xfrm>
            <a:off x="1534252" y="5087044"/>
            <a:ext cx="3622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 1 : Population vs. Mental Health Facilities by Division</a:t>
            </a:r>
          </a:p>
          <a:p>
            <a:pPr algn="ctr"/>
            <a:endParaRPr lang="en-US" dirty="0"/>
          </a:p>
        </p:txBody>
      </p:sp>
      <p:pic>
        <p:nvPicPr>
          <p:cNvPr id="6" name="object 58">
            <a:extLst>
              <a:ext uri="{FF2B5EF4-FFF2-40B4-BE49-F238E27FC236}">
                <a16:creationId xmlns:a16="http://schemas.microsoft.com/office/drawing/2014/main" id="{219790E6-1AC7-D3A9-6E25-2B376EB5EB86}"/>
              </a:ext>
            </a:extLst>
          </p:cNvPr>
          <p:cNvPicPr/>
          <p:nvPr/>
        </p:nvPicPr>
        <p:blipFill rotWithShape="1">
          <a:blip r:embed="rId3" cstate="print"/>
          <a:srcRect t="9918" b="23065"/>
          <a:stretch/>
        </p:blipFill>
        <p:spPr bwMode="auto">
          <a:xfrm>
            <a:off x="6049075" y="1647824"/>
            <a:ext cx="4516102" cy="34544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78A84A-BE06-5D1D-A026-2B86C16B76A5}"/>
              </a:ext>
            </a:extLst>
          </p:cNvPr>
          <p:cNvSpPr txBox="1"/>
          <p:nvPr/>
        </p:nvSpPr>
        <p:spPr>
          <a:xfrm>
            <a:off x="6940251" y="5210176"/>
            <a:ext cx="3272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 2 : Population According Division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63441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E6D18-0AD5-C674-A166-54232A89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C4EA8-6D87-4F1B-66F7-75D278CDA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D06B47C-1387-B8B0-EFBA-18CB03C9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28605-F2D2-62F9-F7A0-DFDDB4380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60A89-8791-C133-E8A7-7D635EF82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361082"/>
            <a:ext cx="10447725" cy="1618489"/>
          </a:xfrm>
        </p:spPr>
        <p:txBody>
          <a:bodyPr anchor="ctr">
            <a:normAutofit/>
          </a:bodyPr>
          <a:lstStyle/>
          <a:p>
            <a:r>
              <a:rPr lang="en-US" sz="6600" b="1" dirty="0"/>
              <a:t>Graphical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86E37-E16B-30B3-125A-0797BDD8CBB9}"/>
              </a:ext>
            </a:extLst>
          </p:cNvPr>
          <p:cNvSpPr txBox="1"/>
          <p:nvPr/>
        </p:nvSpPr>
        <p:spPr>
          <a:xfrm>
            <a:off x="6798288" y="4805262"/>
            <a:ext cx="3272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Fig 4 : Distribution of Mental Health Services </a:t>
            </a:r>
            <a:endParaRPr lang="en-US" sz="1100" i="1" dirty="0"/>
          </a:p>
        </p:txBody>
      </p:sp>
      <p:pic>
        <p:nvPicPr>
          <p:cNvPr id="3" name="object 55">
            <a:extLst>
              <a:ext uri="{FF2B5EF4-FFF2-40B4-BE49-F238E27FC236}">
                <a16:creationId xmlns:a16="http://schemas.microsoft.com/office/drawing/2014/main" id="{624B3FFB-9638-9E87-E685-803E02AF54BA}"/>
              </a:ext>
            </a:extLst>
          </p:cNvPr>
          <p:cNvPicPr/>
          <p:nvPr/>
        </p:nvPicPr>
        <p:blipFill rotWithShape="1">
          <a:blip r:embed="rId2" cstate="print"/>
          <a:srcRect l="5574" t="1429" r="6666" b="-1"/>
          <a:stretch/>
        </p:blipFill>
        <p:spPr bwMode="auto">
          <a:xfrm>
            <a:off x="796308" y="1979158"/>
            <a:ext cx="4954395" cy="29520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E7A0A2-041D-D0C8-AC77-D742BC838A41}"/>
              </a:ext>
            </a:extLst>
          </p:cNvPr>
          <p:cNvSpPr txBox="1"/>
          <p:nvPr/>
        </p:nvSpPr>
        <p:spPr>
          <a:xfrm>
            <a:off x="1274469" y="4931204"/>
            <a:ext cx="3998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Fig 3 : Gaps Between predicted and Actual Resources</a:t>
            </a:r>
          </a:p>
          <a:p>
            <a:pPr algn="ctr"/>
            <a:r>
              <a:rPr lang="en-US" sz="1100" dirty="0"/>
              <a:t>Allocations</a:t>
            </a:r>
          </a:p>
        </p:txBody>
      </p:sp>
      <p:pic>
        <p:nvPicPr>
          <p:cNvPr id="13" name="object 70">
            <a:extLst>
              <a:ext uri="{FF2B5EF4-FFF2-40B4-BE49-F238E27FC236}">
                <a16:creationId xmlns:a16="http://schemas.microsoft.com/office/drawing/2014/main" id="{D0E101EE-45E3-CC2E-F173-56FFA865E809}"/>
              </a:ext>
            </a:extLst>
          </p:cNvPr>
          <p:cNvPicPr/>
          <p:nvPr/>
        </p:nvPicPr>
        <p:blipFill rotWithShape="1">
          <a:blip r:embed="rId3" cstate="print"/>
          <a:srcRect l="12535" t="1733" r="-168" b="5117"/>
          <a:stretch/>
        </p:blipFill>
        <p:spPr>
          <a:xfrm>
            <a:off x="6010275" y="1885950"/>
            <a:ext cx="5536551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59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08439-666C-806A-1706-0735E240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FC2295-FA76-F76A-D506-60133F156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D8CEDE2-596E-6224-9B6D-615FE6262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5198A-1062-6351-7CE1-B97A8349D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6DE58-05BC-64AF-3B4E-DEB63BC3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361082"/>
            <a:ext cx="10447725" cy="1618489"/>
          </a:xfrm>
        </p:spPr>
        <p:txBody>
          <a:bodyPr anchor="ctr">
            <a:normAutofit/>
          </a:bodyPr>
          <a:lstStyle/>
          <a:p>
            <a:r>
              <a:rPr lang="en-US" sz="6600" b="1" dirty="0"/>
              <a:t>Graphical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C507F-5871-36AB-5372-F1D42112E0B8}"/>
              </a:ext>
            </a:extLst>
          </p:cNvPr>
          <p:cNvSpPr txBox="1"/>
          <p:nvPr/>
        </p:nvSpPr>
        <p:spPr>
          <a:xfrm>
            <a:off x="6874509" y="4955688"/>
            <a:ext cx="327293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 6: Distribution of Mental Health Facilities in Bangladesh</a:t>
            </a:r>
            <a:endParaRPr lang="en-SG" sz="1200" dirty="0"/>
          </a:p>
          <a:p>
            <a:pPr algn="ctr"/>
            <a:endParaRPr lang="en-US" sz="11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1347D-3EBC-E3A7-A461-F5E02E540037}"/>
              </a:ext>
            </a:extLst>
          </p:cNvPr>
          <p:cNvSpPr txBox="1"/>
          <p:nvPr/>
        </p:nvSpPr>
        <p:spPr>
          <a:xfrm>
            <a:off x="1437564" y="5066297"/>
            <a:ext cx="399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  5 : Comparison of Actual vs. WHO-Recommended Mental Health Facilities per Division</a:t>
            </a:r>
          </a:p>
        </p:txBody>
      </p:sp>
      <p:pic>
        <p:nvPicPr>
          <p:cNvPr id="11" name="object 64">
            <a:extLst>
              <a:ext uri="{FF2B5EF4-FFF2-40B4-BE49-F238E27FC236}">
                <a16:creationId xmlns:a16="http://schemas.microsoft.com/office/drawing/2014/main" id="{B61E50CE-9855-915E-BABE-354474D398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948" y="1824651"/>
            <a:ext cx="4709151" cy="3241645"/>
          </a:xfrm>
          <a:prstGeom prst="rect">
            <a:avLst/>
          </a:prstGeom>
        </p:spPr>
      </p:pic>
      <p:pic>
        <p:nvPicPr>
          <p:cNvPr id="13" name="object 65">
            <a:extLst>
              <a:ext uri="{FF2B5EF4-FFF2-40B4-BE49-F238E27FC236}">
                <a16:creationId xmlns:a16="http://schemas.microsoft.com/office/drawing/2014/main" id="{5129BD35-894D-4D03-9EB3-3C47FCD83723}"/>
              </a:ext>
            </a:extLst>
          </p:cNvPr>
          <p:cNvPicPr/>
          <p:nvPr/>
        </p:nvPicPr>
        <p:blipFill rotWithShape="1">
          <a:blip r:embed="rId3" cstate="print"/>
          <a:srcRect l="6349" t="10474" b="8256"/>
          <a:stretch/>
        </p:blipFill>
        <p:spPr bwMode="auto">
          <a:xfrm>
            <a:off x="6044080" y="1824651"/>
            <a:ext cx="4500095" cy="28675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527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F5F6B-DAFC-FEE0-EA5D-750CE146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1121EF-1584-5C99-6299-6AA2DD1B6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2E52200-B2F4-682A-DA28-33FE9DBD6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77FF75-FAFA-7AC9-CE0D-8823E189C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5B096-EBA7-DB1B-0819-A0B6D68F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361082"/>
            <a:ext cx="10447725" cy="1618489"/>
          </a:xfrm>
        </p:spPr>
        <p:txBody>
          <a:bodyPr anchor="ctr">
            <a:normAutofit/>
          </a:bodyPr>
          <a:lstStyle/>
          <a:p>
            <a:r>
              <a:rPr lang="en-US" sz="6600" b="1" dirty="0"/>
              <a:t>Graphical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72AD9-B73B-3CF1-BFA9-CD4FC7D53C3F}"/>
              </a:ext>
            </a:extLst>
          </p:cNvPr>
          <p:cNvSpPr txBox="1"/>
          <p:nvPr/>
        </p:nvSpPr>
        <p:spPr>
          <a:xfrm>
            <a:off x="3825176" y="5216441"/>
            <a:ext cx="4080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 7 : Service Overlap</a:t>
            </a:r>
          </a:p>
        </p:txBody>
      </p:sp>
      <p:pic>
        <p:nvPicPr>
          <p:cNvPr id="3" name="object 85">
            <a:extLst>
              <a:ext uri="{FF2B5EF4-FFF2-40B4-BE49-F238E27FC236}">
                <a16:creationId xmlns:a16="http://schemas.microsoft.com/office/drawing/2014/main" id="{347865C9-E59D-4556-AE47-49FB0A9BAD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3225" y="1886436"/>
            <a:ext cx="5633495" cy="30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7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7EBB5-7448-9E38-054C-A3CC4F1E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141AB2-4DA6-417E-A87D-7D2884EA5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5D008CC-540A-6D4C-2440-AF50649C8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3D3E33-473C-A85D-FF3A-3D4D98AFE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EFB60-A477-C9E0-B138-54AE008C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4" y="361082"/>
            <a:ext cx="10447725" cy="1618489"/>
          </a:xfrm>
        </p:spPr>
        <p:txBody>
          <a:bodyPr anchor="ctr">
            <a:normAutofit/>
          </a:bodyPr>
          <a:lstStyle/>
          <a:p>
            <a:r>
              <a:rPr lang="en-US" sz="6600" b="1" dirty="0"/>
              <a:t>Graphical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A58B2-E5C9-2311-E92F-C030546C9053}"/>
              </a:ext>
            </a:extLst>
          </p:cNvPr>
          <p:cNvSpPr txBox="1"/>
          <p:nvPr/>
        </p:nvSpPr>
        <p:spPr>
          <a:xfrm>
            <a:off x="1582673" y="4927434"/>
            <a:ext cx="4065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 </a:t>
            </a:r>
            <a:r>
              <a:rPr lang="en-US" sz="1400" dirty="0"/>
              <a:t>Fig 9 : Predicted vs. Actual Mental Health </a:t>
            </a:r>
            <a:r>
              <a:rPr lang="en-US" sz="1200" dirty="0"/>
              <a:t>Resources</a:t>
            </a:r>
            <a:r>
              <a:rPr lang="en-US" sz="1400" dirty="0"/>
              <a:t> by Division</a:t>
            </a:r>
            <a:endParaRPr lang="en-SG" sz="1100" dirty="0"/>
          </a:p>
        </p:txBody>
      </p:sp>
      <p:pic>
        <p:nvPicPr>
          <p:cNvPr id="4" name="object 62">
            <a:extLst>
              <a:ext uri="{FF2B5EF4-FFF2-40B4-BE49-F238E27FC236}">
                <a16:creationId xmlns:a16="http://schemas.microsoft.com/office/drawing/2014/main" id="{BD08281E-53F9-06B9-1BD2-95311481A3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489" y="1796111"/>
            <a:ext cx="5199536" cy="3079512"/>
          </a:xfrm>
          <a:prstGeom prst="rect">
            <a:avLst/>
          </a:prstGeom>
        </p:spPr>
      </p:pic>
      <p:pic>
        <p:nvPicPr>
          <p:cNvPr id="11" name="object 63">
            <a:extLst>
              <a:ext uri="{FF2B5EF4-FFF2-40B4-BE49-F238E27FC236}">
                <a16:creationId xmlns:a16="http://schemas.microsoft.com/office/drawing/2014/main" id="{AFD88E87-2603-431F-96AF-8F83C81F62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6977" y="1843838"/>
            <a:ext cx="4218132" cy="27737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01B400-ECB1-479E-ACB0-EF9251381BDB}"/>
              </a:ext>
            </a:extLst>
          </p:cNvPr>
          <p:cNvSpPr txBox="1"/>
          <p:nvPr/>
        </p:nvSpPr>
        <p:spPr>
          <a:xfrm>
            <a:off x="5205280" y="480420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 8 : Mental </a:t>
            </a:r>
            <a:r>
              <a:rPr lang="en-US" sz="1200" dirty="0"/>
              <a:t>Health</a:t>
            </a:r>
            <a:r>
              <a:rPr lang="en-US" sz="1400" dirty="0"/>
              <a:t> Facilities per Million Population</a:t>
            </a:r>
          </a:p>
        </p:txBody>
      </p:sp>
    </p:spTree>
    <p:extLst>
      <p:ext uri="{BB962C8B-B14F-4D97-AF65-F5344CB8AC3E}">
        <p14:creationId xmlns:p14="http://schemas.microsoft.com/office/powerpoint/2010/main" val="2439246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4DF83-2B7C-B82C-198D-08A7F474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45AA4-186C-CE28-AA9F-D560F227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and Discussion(Cntd.)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DB244-3A55-F62D-529A-14D0ACADAB39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Table 1: Correlation Analysis Between Population and Mental Health Facilities in Bangladesh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787F32-54C0-4548-586D-C26647FD4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95954"/>
              </p:ext>
            </p:extLst>
          </p:nvPr>
        </p:nvGraphicFramePr>
        <p:xfrm>
          <a:off x="475540" y="1966293"/>
          <a:ext cx="11240919" cy="445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459">
                  <a:extLst>
                    <a:ext uri="{9D8B030D-6E8A-4147-A177-3AD203B41FA5}">
                      <a16:colId xmlns:a16="http://schemas.microsoft.com/office/drawing/2014/main" val="396978958"/>
                    </a:ext>
                  </a:extLst>
                </a:gridCol>
                <a:gridCol w="3252666">
                  <a:extLst>
                    <a:ext uri="{9D8B030D-6E8A-4147-A177-3AD203B41FA5}">
                      <a16:colId xmlns:a16="http://schemas.microsoft.com/office/drawing/2014/main" val="3330158086"/>
                    </a:ext>
                  </a:extLst>
                </a:gridCol>
                <a:gridCol w="2513838">
                  <a:extLst>
                    <a:ext uri="{9D8B030D-6E8A-4147-A177-3AD203B41FA5}">
                      <a16:colId xmlns:a16="http://schemas.microsoft.com/office/drawing/2014/main" val="551513097"/>
                    </a:ext>
                  </a:extLst>
                </a:gridCol>
                <a:gridCol w="2631956">
                  <a:extLst>
                    <a:ext uri="{9D8B030D-6E8A-4147-A177-3AD203B41FA5}">
                      <a16:colId xmlns:a16="http://schemas.microsoft.com/office/drawing/2014/main" val="3004840234"/>
                    </a:ext>
                  </a:extLst>
                </a:gridCol>
              </a:tblGrid>
              <a:tr h="57370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VARIABLES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145464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CORRELATION   (R)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58185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STRENGTH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145464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DIRECTION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145464" marB="0"/>
                </a:tc>
                <a:extLst>
                  <a:ext uri="{0D108BD9-81ED-4DB2-BD59-A6C34878D82A}">
                    <a16:rowId xmlns:a16="http://schemas.microsoft.com/office/drawing/2014/main" val="2257360626"/>
                  </a:ext>
                </a:extLst>
              </a:tr>
              <a:tr h="9005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Population vs Total Facilities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99885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0.9758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19395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Strong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19395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Positive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19395" marB="0"/>
                </a:tc>
                <a:extLst>
                  <a:ext uri="{0D108BD9-81ED-4DB2-BD59-A6C34878D82A}">
                    <a16:rowId xmlns:a16="http://schemas.microsoft.com/office/drawing/2014/main" val="1362941637"/>
                  </a:ext>
                </a:extLst>
              </a:tr>
              <a:tr h="12602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Population vs Government Facilities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87278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0.9756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95036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Strong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95036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Positive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95036" marB="0"/>
                </a:tc>
                <a:extLst>
                  <a:ext uri="{0D108BD9-81ED-4DB2-BD59-A6C34878D82A}">
                    <a16:rowId xmlns:a16="http://schemas.microsoft.com/office/drawing/2014/main" val="729345955"/>
                  </a:ext>
                </a:extLst>
              </a:tr>
              <a:tr h="8588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Population vs Private Facilities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58185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0.9761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64974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Strong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64974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Positive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64974" marB="0"/>
                </a:tc>
                <a:extLst>
                  <a:ext uri="{0D108BD9-81ED-4DB2-BD59-A6C34878D82A}">
                    <a16:rowId xmlns:a16="http://schemas.microsoft.com/office/drawing/2014/main" val="3089340386"/>
                  </a:ext>
                </a:extLst>
              </a:tr>
              <a:tr h="8588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Government vs Private Facilities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58185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0.9999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64974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Strong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64974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Positive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14546" marR="14546" marT="64974" marB="0"/>
                </a:tc>
                <a:extLst>
                  <a:ext uri="{0D108BD9-81ED-4DB2-BD59-A6C34878D82A}">
                    <a16:rowId xmlns:a16="http://schemas.microsoft.com/office/drawing/2014/main" val="1926976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09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 and Future Work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500"/>
              <a:t>Mental health infrastructure does not meet national demand.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500"/>
              <a:t>Evidence supports need for higher investment and policy reform.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500"/>
              <a:t>Future work: finer‑scale data, primary surveys, and predictive modeling.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500"/>
              <a:t>Integrate socioeconomic factors and evaluate program effectiveness.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4529" y="31816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400"/>
              <a:t>References</a:t>
            </a:r>
            <a:endParaRPr lang="en-US" sz="5400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A313C1E-0499-705F-AFDF-2CD91E4C12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3037" y="2027018"/>
          <a:ext cx="8074815" cy="3811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608</Words>
  <Application>Microsoft Office PowerPoint</Application>
  <PresentationFormat>Widescreen</PresentationFormat>
  <Paragraphs>88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Wingdings</vt:lpstr>
      <vt:lpstr>Office Theme</vt:lpstr>
      <vt:lpstr>A Computational Statistical Analysis of Mental Health Resources in Bangladesh</vt:lpstr>
      <vt:lpstr>Outline</vt:lpstr>
      <vt:lpstr>Introduction</vt:lpstr>
      <vt:lpstr>Literature Review</vt:lpstr>
      <vt:lpstr>Methodology and Modeling</vt:lpstr>
      <vt:lpstr>Results and Discussion</vt:lpstr>
      <vt:lpstr>Graphical Analysis</vt:lpstr>
      <vt:lpstr>Graphical Analysis</vt:lpstr>
      <vt:lpstr>Graphical Analysis</vt:lpstr>
      <vt:lpstr>Graphical Analysis</vt:lpstr>
      <vt:lpstr>Graphical Analysis</vt:lpstr>
      <vt:lpstr>Results and Discussion(Cntd.)</vt:lpstr>
      <vt:lpstr>Conclusion and 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Statistical Analysis of Mental Health Resources in Bangladesh</dc:title>
  <dc:subject/>
  <dc:creator>User</dc:creator>
  <cp:keywords/>
  <dc:description>generated using python-pptx</dc:description>
  <cp:lastModifiedBy>NISHAT SUBAH JEEM</cp:lastModifiedBy>
  <cp:revision>10</cp:revision>
  <dcterms:created xsi:type="dcterms:W3CDTF">2013-01-27T09:14:16Z</dcterms:created>
  <dcterms:modified xsi:type="dcterms:W3CDTF">2026-01-05T18:13:20Z</dcterms:modified>
  <cp:category/>
</cp:coreProperties>
</file>